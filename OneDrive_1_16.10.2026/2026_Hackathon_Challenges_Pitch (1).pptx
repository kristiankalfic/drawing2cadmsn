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4"/>
    <p:sldMasterId id="2147483748" r:id="rId5"/>
  </p:sldMasterIdLst>
  <p:notesMasterIdLst>
    <p:notesMasterId r:id="rId19"/>
  </p:notesMasterIdLst>
  <p:handoutMasterIdLst>
    <p:handoutMasterId r:id="rId20"/>
  </p:handoutMasterIdLst>
  <p:sldIdLst>
    <p:sldId id="2147483635" r:id="rId6"/>
    <p:sldId id="257" r:id="rId7"/>
    <p:sldId id="260" r:id="rId8"/>
    <p:sldId id="256" r:id="rId9"/>
    <p:sldId id="259" r:id="rId10"/>
    <p:sldId id="2147483640" r:id="rId11"/>
    <p:sldId id="2147483645" r:id="rId12"/>
    <p:sldId id="2147483646" r:id="rId13"/>
    <p:sldId id="258" r:id="rId14"/>
    <p:sldId id="2147483647" r:id="rId15"/>
    <p:sldId id="261" r:id="rId16"/>
    <p:sldId id="262" r:id="rId17"/>
    <p:sldId id="2147483644"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C6A44C92-2DFB-4F8F-2A63-65846A9B6FAF}" name="Daniel Walter" initials="DW" userId="S::daniel.walter@bct-technology.com::d84fa1cc-32eb-4f0c-84ac-a9adeef32253" providerId="AD"/>
  <p188:author id="{65D7949B-A97A-22D7-95D3-FCC3A916216F}" name="Daniel Huber" initials="DH" userId="S::daniel.huber@bct-technology.com::f2260568-bafa-4f75-80d6-1baec7aa610f" providerId="AD"/>
  <p188:author id="{691D09FE-80AF-A8FA-1F9C-3CBEA0F5386A}" name="Dr.-Ing. David Roquetti Schneider" initials="DR" userId="S::David.Schneider@bct-technology.com::7b762fa6-0a2c-463c-91de-9ad28d5b38b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0027"/>
    <a:srgbClr val="225988"/>
    <a:srgbClr val="009DC7"/>
    <a:srgbClr val="00AFBC"/>
    <a:srgbClr val="00D4FF"/>
    <a:srgbClr val="00EBFD"/>
    <a:srgbClr val="001136"/>
    <a:srgbClr val="005654"/>
    <a:srgbClr val="000028"/>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BCA206-777E-0B3F-40C2-F297DF171E88}" v="116" dt="2026-10-15T15:56:04.876"/>
    <p1510:client id="{57D6131A-C350-4455-9D6A-EE1B596D45BD}" v="2930" dt="2026-10-16T11:57:17.553"/>
    <p1510:client id="{882EDBFF-2079-4F4C-8AC8-DE763BD31123}" v="39" dt="2026-10-16T12:17:56.139"/>
    <p1510:client id="{B50EB9B9-21AB-461C-8450-252B32ADF6F2}" v="2" dt="2026-10-16T09:05:55.832"/>
    <p1510:client id="{D7151A49-9E7C-458A-A57B-F7764F7CDBD6}" v="19" dt="2026-10-15T16:01:48.497"/>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 Müllerleile" userId="dd163b70-afff-40e6-9a96-a8fbe94c83b6" providerId="ADAL" clId="{371FF90D-81AD-4673-8A29-80BA3BA3801F}"/>
    <pc:docChg chg="custSel modSld sldOrd">
      <pc:chgData name="Jan Müllerleile" userId="dd163b70-afff-40e6-9a96-a8fbe94c83b6" providerId="ADAL" clId="{371FF90D-81AD-4673-8A29-80BA3BA3801F}" dt="2026-10-16T11:57:12.466" v="2941" actId="20577"/>
      <pc:docMkLst>
        <pc:docMk/>
      </pc:docMkLst>
      <pc:sldChg chg="ord">
        <pc:chgData name="Jan Müllerleile" userId="dd163b70-afff-40e6-9a96-a8fbe94c83b6" providerId="ADAL" clId="{371FF90D-81AD-4673-8A29-80BA3BA3801F}" dt="2026-10-16T06:49:40.839" v="247"/>
        <pc:sldMkLst>
          <pc:docMk/>
          <pc:sldMk cId="2211776005" sldId="257"/>
        </pc:sldMkLst>
      </pc:sldChg>
      <pc:sldChg chg="modSp mod modNotesTx">
        <pc:chgData name="Jan Müllerleile" userId="dd163b70-afff-40e6-9a96-a8fbe94c83b6" providerId="ADAL" clId="{371FF90D-81AD-4673-8A29-80BA3BA3801F}" dt="2026-10-16T11:20:25.411" v="1263" actId="6549"/>
        <pc:sldMkLst>
          <pc:docMk/>
          <pc:sldMk cId="785379569" sldId="258"/>
        </pc:sldMkLst>
        <pc:spChg chg="mod">
          <ac:chgData name="Jan Müllerleile" userId="dd163b70-afff-40e6-9a96-a8fbe94c83b6" providerId="ADAL" clId="{371FF90D-81AD-4673-8A29-80BA3BA3801F}" dt="2026-10-16T06:56:21.870" v="261" actId="20577"/>
          <ac:spMkLst>
            <pc:docMk/>
            <pc:sldMk cId="785379569" sldId="258"/>
            <ac:spMk id="11" creationId="{9C63E2B9-AC97-8ECE-0163-BE027F1CD4CC}"/>
          </ac:spMkLst>
        </pc:spChg>
      </pc:sldChg>
      <pc:sldChg chg="ord">
        <pc:chgData name="Jan Müllerleile" userId="dd163b70-afff-40e6-9a96-a8fbe94c83b6" providerId="ADAL" clId="{371FF90D-81AD-4673-8A29-80BA3BA3801F}" dt="2026-10-16T06:49:40.839" v="247"/>
        <pc:sldMkLst>
          <pc:docMk/>
          <pc:sldMk cId="974686857" sldId="260"/>
        </pc:sldMkLst>
      </pc:sldChg>
      <pc:sldChg chg="modSp mod modNotesTx">
        <pc:chgData name="Jan Müllerleile" userId="dd163b70-afff-40e6-9a96-a8fbe94c83b6" providerId="ADAL" clId="{371FF90D-81AD-4673-8A29-80BA3BA3801F}" dt="2026-10-16T11:54:04.818" v="2482" actId="20577"/>
        <pc:sldMkLst>
          <pc:docMk/>
          <pc:sldMk cId="3533702690" sldId="261"/>
        </pc:sldMkLst>
        <pc:spChg chg="mod">
          <ac:chgData name="Jan Müllerleile" userId="dd163b70-afff-40e6-9a96-a8fbe94c83b6" providerId="ADAL" clId="{371FF90D-81AD-4673-8A29-80BA3BA3801F}" dt="2026-10-15T14:45:40.532" v="91" actId="20577"/>
          <ac:spMkLst>
            <pc:docMk/>
            <pc:sldMk cId="3533702690" sldId="261"/>
            <ac:spMk id="28" creationId="{AC9F69EB-0E04-C016-58B0-F1BD7720AC82}"/>
          </ac:spMkLst>
        </pc:spChg>
      </pc:sldChg>
      <pc:sldChg chg="modSp mod modNotesTx">
        <pc:chgData name="Jan Müllerleile" userId="dd163b70-afff-40e6-9a96-a8fbe94c83b6" providerId="ADAL" clId="{371FF90D-81AD-4673-8A29-80BA3BA3801F}" dt="2026-10-16T11:57:12.466" v="2941" actId="20577"/>
        <pc:sldMkLst>
          <pc:docMk/>
          <pc:sldMk cId="1682958861" sldId="262"/>
        </pc:sldMkLst>
        <pc:spChg chg="mod">
          <ac:chgData name="Jan Müllerleile" userId="dd163b70-afff-40e6-9a96-a8fbe94c83b6" providerId="ADAL" clId="{371FF90D-81AD-4673-8A29-80BA3BA3801F}" dt="2026-10-16T11:31:10.060" v="1565" actId="20577"/>
          <ac:spMkLst>
            <pc:docMk/>
            <pc:sldMk cId="1682958861" sldId="262"/>
            <ac:spMk id="4" creationId="{0C7331BB-5367-784C-82FB-1D294741DB7B}"/>
          </ac:spMkLst>
        </pc:spChg>
      </pc:sldChg>
      <pc:sldChg chg="mod modShow">
        <pc:chgData name="Jan Müllerleile" userId="dd163b70-afff-40e6-9a96-a8fbe94c83b6" providerId="ADAL" clId="{371FF90D-81AD-4673-8A29-80BA3BA3801F}" dt="2026-10-15T07:34:48.886" v="32" actId="729"/>
        <pc:sldMkLst>
          <pc:docMk/>
          <pc:sldMk cId="2016114150" sldId="2147483640"/>
        </pc:sldMkLst>
      </pc:sldChg>
      <pc:sldChg chg="modNotesTx">
        <pc:chgData name="Jan Müllerleile" userId="dd163b70-afff-40e6-9a96-a8fbe94c83b6" providerId="ADAL" clId="{371FF90D-81AD-4673-8A29-80BA3BA3801F}" dt="2026-10-16T11:14:15.230" v="390" actId="20577"/>
        <pc:sldMkLst>
          <pc:docMk/>
          <pc:sldMk cId="2607697419" sldId="2147483645"/>
        </pc:sldMkLst>
      </pc:sldChg>
      <pc:sldChg chg="delSp modSp mod modNotesTx">
        <pc:chgData name="Jan Müllerleile" userId="dd163b70-afff-40e6-9a96-a8fbe94c83b6" providerId="ADAL" clId="{371FF90D-81AD-4673-8A29-80BA3BA3801F}" dt="2026-10-16T11:32:12.099" v="1568" actId="20577"/>
        <pc:sldMkLst>
          <pc:docMk/>
          <pc:sldMk cId="209017699" sldId="2147483646"/>
        </pc:sldMkLst>
        <pc:spChg chg="mod">
          <ac:chgData name="Jan Müllerleile" userId="dd163b70-afff-40e6-9a96-a8fbe94c83b6" providerId="ADAL" clId="{371FF90D-81AD-4673-8A29-80BA3BA3801F}" dt="2026-10-15T07:22:17.619" v="26" actId="1036"/>
          <ac:spMkLst>
            <pc:docMk/>
            <pc:sldMk cId="209017699" sldId="2147483646"/>
            <ac:spMk id="12" creationId="{93C48AE5-E2BB-C621-F6A4-AB9F51A0F5EA}"/>
          </ac:spMkLst>
        </pc:spChg>
        <pc:spChg chg="mod">
          <ac:chgData name="Jan Müllerleile" userId="dd163b70-afff-40e6-9a96-a8fbe94c83b6" providerId="ADAL" clId="{371FF90D-81AD-4673-8A29-80BA3BA3801F}" dt="2026-10-15T07:22:17.619" v="26" actId="1036"/>
          <ac:spMkLst>
            <pc:docMk/>
            <pc:sldMk cId="209017699" sldId="2147483646"/>
            <ac:spMk id="14" creationId="{8058C2D9-57D7-5F46-91F6-D2786C96FDE1}"/>
          </ac:spMkLst>
        </pc:spChg>
        <pc:spChg chg="del">
          <ac:chgData name="Jan Müllerleile" userId="dd163b70-afff-40e6-9a96-a8fbe94c83b6" providerId="ADAL" clId="{371FF90D-81AD-4673-8A29-80BA3BA3801F}" dt="2026-10-15T07:22:10.375" v="4" actId="478"/>
          <ac:spMkLst>
            <pc:docMk/>
            <pc:sldMk cId="209017699" sldId="2147483646"/>
            <ac:spMk id="16" creationId="{769911A1-505F-37BD-2003-289A1A3AA569}"/>
          </ac:spMkLst>
        </pc:spChg>
        <pc:spChg chg="mod">
          <ac:chgData name="Jan Müllerleile" userId="dd163b70-afff-40e6-9a96-a8fbe94c83b6" providerId="ADAL" clId="{371FF90D-81AD-4673-8A29-80BA3BA3801F}" dt="2026-10-15T07:22:17.619" v="26" actId="1036"/>
          <ac:spMkLst>
            <pc:docMk/>
            <pc:sldMk cId="209017699" sldId="2147483646"/>
            <ac:spMk id="27" creationId="{87258EDA-1FDD-9433-A994-F3E1CF656E86}"/>
          </ac:spMkLst>
        </pc:spChg>
        <pc:spChg chg="mod">
          <ac:chgData name="Jan Müllerleile" userId="dd163b70-afff-40e6-9a96-a8fbe94c83b6" providerId="ADAL" clId="{371FF90D-81AD-4673-8A29-80BA3BA3801F}" dt="2026-10-15T07:22:17.619" v="26" actId="1036"/>
          <ac:spMkLst>
            <pc:docMk/>
            <pc:sldMk cId="209017699" sldId="2147483646"/>
            <ac:spMk id="29" creationId="{505F0FCE-ECD4-019E-B4A7-F4A2DE56E160}"/>
          </ac:spMkLst>
        </pc:spChg>
        <pc:spChg chg="del mod">
          <ac:chgData name="Jan Müllerleile" userId="dd163b70-afff-40e6-9a96-a8fbe94c83b6" providerId="ADAL" clId="{371FF90D-81AD-4673-8A29-80BA3BA3801F}" dt="2026-10-15T07:22:09.141" v="3" actId="478"/>
          <ac:spMkLst>
            <pc:docMk/>
            <pc:sldMk cId="209017699" sldId="2147483646"/>
            <ac:spMk id="31" creationId="{113E5CEE-8A0C-19D9-59FA-F5B39BAA98E6}"/>
          </ac:spMkLst>
        </pc:spChg>
        <pc:picChg chg="mod">
          <ac:chgData name="Jan Müllerleile" userId="dd163b70-afff-40e6-9a96-a8fbe94c83b6" providerId="ADAL" clId="{371FF90D-81AD-4673-8A29-80BA3BA3801F}" dt="2026-10-15T07:22:17.619" v="26" actId="1036"/>
          <ac:picMkLst>
            <pc:docMk/>
            <pc:sldMk cId="209017699" sldId="2147483646"/>
            <ac:picMk id="20" creationId="{5E047BDB-B3E9-CBEC-60D6-2A4BA4C249C0}"/>
          </ac:picMkLst>
        </pc:picChg>
        <pc:picChg chg="mod">
          <ac:chgData name="Jan Müllerleile" userId="dd163b70-afff-40e6-9a96-a8fbe94c83b6" providerId="ADAL" clId="{371FF90D-81AD-4673-8A29-80BA3BA3801F}" dt="2026-10-15T07:22:17.619" v="26" actId="1036"/>
          <ac:picMkLst>
            <pc:docMk/>
            <pc:sldMk cId="209017699" sldId="2147483646"/>
            <ac:picMk id="24" creationId="{BB3DE72B-EEB9-C244-4D00-438A42CC2595}"/>
          </ac:picMkLst>
        </pc:picChg>
        <pc:picChg chg="del">
          <ac:chgData name="Jan Müllerleile" userId="dd163b70-afff-40e6-9a96-a8fbe94c83b6" providerId="ADAL" clId="{371FF90D-81AD-4673-8A29-80BA3BA3801F}" dt="2026-10-15T07:22:11.456" v="5" actId="478"/>
          <ac:picMkLst>
            <pc:docMk/>
            <pc:sldMk cId="209017699" sldId="2147483646"/>
            <ac:picMk id="26" creationId="{D4125D24-768E-AE16-3FA0-52C6B956BDC4}"/>
          </ac:picMkLst>
        </pc:picChg>
      </pc:sldChg>
      <pc:sldChg chg="modSp mod modNotesTx">
        <pc:chgData name="Jan Müllerleile" userId="dd163b70-afff-40e6-9a96-a8fbe94c83b6" providerId="ADAL" clId="{371FF90D-81AD-4673-8A29-80BA3BA3801F}" dt="2026-10-16T11:50:29.715" v="1932" actId="20577"/>
        <pc:sldMkLst>
          <pc:docMk/>
          <pc:sldMk cId="2167086006" sldId="2147483647"/>
        </pc:sldMkLst>
        <pc:spChg chg="mod">
          <ac:chgData name="Jan Müllerleile" userId="dd163b70-afff-40e6-9a96-a8fbe94c83b6" providerId="ADAL" clId="{371FF90D-81AD-4673-8A29-80BA3BA3801F}" dt="2026-10-15T14:45:12.955" v="83" actId="20577"/>
          <ac:spMkLst>
            <pc:docMk/>
            <pc:sldMk cId="2167086006" sldId="2147483647"/>
            <ac:spMk id="11" creationId="{59579851-C510-A445-59B7-B89661F7E392}"/>
          </ac:spMkLst>
        </pc:spChg>
      </pc:sldChg>
    </pc:docChg>
  </pc:docChgLst>
  <pc:docChgLst>
    <pc:chgData name="Jannik Schuele" userId="S::jannik.schuele@bct-technology.com::07e50161-f90e-41f4-8d4c-3579849145d8" providerId="AD" clId="Web-{42BCA206-777E-0B3F-40C2-F297DF171E88}"/>
    <pc:docChg chg="modSld">
      <pc:chgData name="Jannik Schuele" userId="S::jannik.schuele@bct-technology.com::07e50161-f90e-41f4-8d4c-3579849145d8" providerId="AD" clId="Web-{42BCA206-777E-0B3F-40C2-F297DF171E88}" dt="2026-10-15T15:56:04.876" v="115" actId="20577"/>
      <pc:docMkLst>
        <pc:docMk/>
      </pc:docMkLst>
      <pc:sldChg chg="modSp">
        <pc:chgData name="Jannik Schuele" userId="S::jannik.schuele@bct-technology.com::07e50161-f90e-41f4-8d4c-3579849145d8" providerId="AD" clId="Web-{42BCA206-777E-0B3F-40C2-F297DF171E88}" dt="2026-10-15T15:27:15.552" v="88" actId="20577"/>
        <pc:sldMkLst>
          <pc:docMk/>
          <pc:sldMk cId="785379569" sldId="258"/>
        </pc:sldMkLst>
        <pc:spChg chg="mod">
          <ac:chgData name="Jannik Schuele" userId="S::jannik.schuele@bct-technology.com::07e50161-f90e-41f4-8d4c-3579849145d8" providerId="AD" clId="Web-{42BCA206-777E-0B3F-40C2-F297DF171E88}" dt="2026-10-15T15:27:15.552" v="88" actId="20577"/>
          <ac:spMkLst>
            <pc:docMk/>
            <pc:sldMk cId="785379569" sldId="258"/>
            <ac:spMk id="11" creationId="{9C63E2B9-AC97-8ECE-0163-BE027F1CD4CC}"/>
          </ac:spMkLst>
        </pc:spChg>
      </pc:sldChg>
      <pc:sldChg chg="modSp">
        <pc:chgData name="Jannik Schuele" userId="S::jannik.schuele@bct-technology.com::07e50161-f90e-41f4-8d4c-3579849145d8" providerId="AD" clId="Web-{42BCA206-777E-0B3F-40C2-F297DF171E88}" dt="2026-10-15T15:56:04.876" v="115" actId="20577"/>
        <pc:sldMkLst>
          <pc:docMk/>
          <pc:sldMk cId="2167086006" sldId="2147483647"/>
        </pc:sldMkLst>
        <pc:spChg chg="mod">
          <ac:chgData name="Jannik Schuele" userId="S::jannik.schuele@bct-technology.com::07e50161-f90e-41f4-8d4c-3579849145d8" providerId="AD" clId="Web-{42BCA206-777E-0B3F-40C2-F297DF171E88}" dt="2026-10-15T15:56:04.876" v="115" actId="20577"/>
          <ac:spMkLst>
            <pc:docMk/>
            <pc:sldMk cId="2167086006" sldId="2147483647"/>
            <ac:spMk id="11" creationId="{59579851-C510-A445-59B7-B89661F7E392}"/>
          </ac:spMkLst>
        </pc:spChg>
      </pc:sldChg>
    </pc:docChg>
  </pc:docChgLst>
  <pc:docChgLst>
    <pc:chgData name="Adin Oezder" userId="39a2a02c-9d04-459b-acd8-a40324188de9" providerId="ADAL" clId="{9BC6F515-7B7F-4E32-82C7-CED50F4F0442}"/>
    <pc:docChg chg="addSld delSld modSld">
      <pc:chgData name="Adin Oezder" userId="39a2a02c-9d04-459b-acd8-a40324188de9" providerId="ADAL" clId="{9BC6F515-7B7F-4E32-82C7-CED50F4F0442}" dt="2026-10-16T12:17:56.139" v="36" actId="20577"/>
      <pc:docMkLst>
        <pc:docMk/>
      </pc:docMkLst>
      <pc:sldChg chg="modNotesTx">
        <pc:chgData name="Adin Oezder" userId="39a2a02c-9d04-459b-acd8-a40324188de9" providerId="ADAL" clId="{9BC6F515-7B7F-4E32-82C7-CED50F4F0442}" dt="2026-10-16T11:38:44.656" v="29" actId="20577"/>
        <pc:sldMkLst>
          <pc:docMk/>
          <pc:sldMk cId="2233690681" sldId="259"/>
        </pc:sldMkLst>
      </pc:sldChg>
      <pc:sldChg chg="modSp mod">
        <pc:chgData name="Adin Oezder" userId="39a2a02c-9d04-459b-acd8-a40324188de9" providerId="ADAL" clId="{9BC6F515-7B7F-4E32-82C7-CED50F4F0442}" dt="2026-10-16T12:10:55.060" v="32" actId="20577"/>
        <pc:sldMkLst>
          <pc:docMk/>
          <pc:sldMk cId="974686857" sldId="260"/>
        </pc:sldMkLst>
        <pc:spChg chg="mod">
          <ac:chgData name="Adin Oezder" userId="39a2a02c-9d04-459b-acd8-a40324188de9" providerId="ADAL" clId="{9BC6F515-7B7F-4E32-82C7-CED50F4F0442}" dt="2026-10-16T12:10:55.060" v="32" actId="20577"/>
          <ac:spMkLst>
            <pc:docMk/>
            <pc:sldMk cId="974686857" sldId="260"/>
            <ac:spMk id="18" creationId="{B389B5A2-2934-4CD5-7594-972844168F96}"/>
          </ac:spMkLst>
        </pc:spChg>
      </pc:sldChg>
      <pc:sldChg chg="modNotesTx">
        <pc:chgData name="Adin Oezder" userId="39a2a02c-9d04-459b-acd8-a40324188de9" providerId="ADAL" clId="{9BC6F515-7B7F-4E32-82C7-CED50F4F0442}" dt="2026-10-16T12:17:56.139" v="36" actId="20577"/>
        <pc:sldMkLst>
          <pc:docMk/>
          <pc:sldMk cId="1682958861" sldId="262"/>
        </pc:sldMkLst>
      </pc:sldChg>
      <pc:sldChg chg="new del">
        <pc:chgData name="Adin Oezder" userId="39a2a02c-9d04-459b-acd8-a40324188de9" providerId="ADAL" clId="{9BC6F515-7B7F-4E32-82C7-CED50F4F0442}" dt="2026-10-16T11:58:03.194" v="31" actId="47"/>
        <pc:sldMkLst>
          <pc:docMk/>
          <pc:sldMk cId="536346394" sldId="263"/>
        </pc:sldMkLst>
      </pc:sldChg>
    </pc:docChg>
  </pc:docChgLst>
  <pc:docChgLst>
    <pc:chgData name="Adin Oezder" userId="S::adin.oezder@bct-technology.com::39a2a02c-9d04-459b-acd8-a40324188de9" providerId="AD" clId="Web-{2063044B-57AC-43EC-5A9B-B189830DDAAE}"/>
    <pc:docChg chg="modSld">
      <pc:chgData name="Adin Oezder" userId="S::adin.oezder@bct-technology.com::39a2a02c-9d04-459b-acd8-a40324188de9" providerId="AD" clId="Web-{2063044B-57AC-43EC-5A9B-B189830DDAAE}" dt="2026-10-16T06:56:18.590" v="16"/>
      <pc:docMkLst>
        <pc:docMk/>
      </pc:docMkLst>
      <pc:sldChg chg="modNotes">
        <pc:chgData name="Adin Oezder" userId="S::adin.oezder@bct-technology.com::39a2a02c-9d04-459b-acd8-a40324188de9" providerId="AD" clId="Web-{2063044B-57AC-43EC-5A9B-B189830DDAAE}" dt="2026-10-16T06:56:11.606" v="15"/>
        <pc:sldMkLst>
          <pc:docMk/>
          <pc:sldMk cId="2395222804" sldId="256"/>
        </pc:sldMkLst>
      </pc:sldChg>
      <pc:sldChg chg="modNotes">
        <pc:chgData name="Adin Oezder" userId="S::adin.oezder@bct-technology.com::39a2a02c-9d04-459b-acd8-a40324188de9" providerId="AD" clId="Web-{2063044B-57AC-43EC-5A9B-B189830DDAAE}" dt="2026-10-16T06:55:47.074" v="12"/>
        <pc:sldMkLst>
          <pc:docMk/>
          <pc:sldMk cId="2211776005" sldId="257"/>
        </pc:sldMkLst>
      </pc:sldChg>
      <pc:sldChg chg="modNotes">
        <pc:chgData name="Adin Oezder" userId="S::adin.oezder@bct-technology.com::39a2a02c-9d04-459b-acd8-a40324188de9" providerId="AD" clId="Web-{2063044B-57AC-43EC-5A9B-B189830DDAAE}" dt="2026-10-16T06:56:18.590" v="16"/>
        <pc:sldMkLst>
          <pc:docMk/>
          <pc:sldMk cId="2233690681" sldId="259"/>
        </pc:sldMkLst>
      </pc:sldChg>
      <pc:sldChg chg="modNotes">
        <pc:chgData name="Adin Oezder" userId="S::adin.oezder@bct-technology.com::39a2a02c-9d04-459b-acd8-a40324188de9" providerId="AD" clId="Web-{2063044B-57AC-43EC-5A9B-B189830DDAAE}" dt="2026-10-16T06:55:55.715" v="13"/>
        <pc:sldMkLst>
          <pc:docMk/>
          <pc:sldMk cId="974686857" sldId="260"/>
        </pc:sldMkLst>
      </pc:sldChg>
      <pc:sldChg chg="modNotes">
        <pc:chgData name="Adin Oezder" userId="S::adin.oezder@bct-technology.com::39a2a02c-9d04-459b-acd8-a40324188de9" providerId="AD" clId="Web-{2063044B-57AC-43EC-5A9B-B189830DDAAE}" dt="2026-10-16T06:55:33.511" v="10"/>
        <pc:sldMkLst>
          <pc:docMk/>
          <pc:sldMk cId="2567304991" sldId="2147483635"/>
        </pc:sldMkLst>
      </pc:sldChg>
    </pc:docChg>
  </pc:docChgLst>
  <pc:docChgLst>
    <pc:chgData name="Adin Oezder" userId="S::adin.oezder@bct-technology.com::39a2a02c-9d04-459b-acd8-a40324188de9" providerId="AD" clId="Web-{00000000-0000-0000-0000-000000000000}"/>
    <pc:docChg chg="modSld">
      <pc:chgData name="Adin Oezder" userId="S::adin.oezder@bct-technology.com::39a2a02c-9d04-459b-acd8-a40324188de9" providerId="AD" clId="Web-{00000000-0000-0000-0000-000000000000}" dt="2026-10-16T07:25:59.381" v="100"/>
      <pc:docMkLst>
        <pc:docMk/>
      </pc:docMkLst>
      <pc:sldChg chg="modNotes">
        <pc:chgData name="Adin Oezder" userId="S::adin.oezder@bct-technology.com::39a2a02c-9d04-459b-acd8-a40324188de9" providerId="AD" clId="Web-{00000000-0000-0000-0000-000000000000}" dt="2026-10-16T07:25:59.381" v="100"/>
        <pc:sldMkLst>
          <pc:docMk/>
          <pc:sldMk cId="2211776005" sldId="257"/>
        </pc:sldMkLst>
      </pc:sldChg>
      <pc:sldChg chg="modNotes">
        <pc:chgData name="Adin Oezder" userId="S::adin.oezder@bct-technology.com::39a2a02c-9d04-459b-acd8-a40324188de9" providerId="AD" clId="Web-{00000000-0000-0000-0000-000000000000}" dt="2026-10-16T07:22:24.444" v="10"/>
        <pc:sldMkLst>
          <pc:docMk/>
          <pc:sldMk cId="2567304991" sldId="2147483635"/>
        </pc:sldMkLst>
      </pc:sldChg>
    </pc:docChg>
  </pc:docChgLst>
  <pc:docChgLst>
    <pc:chgData name="Sascha Ellmer" userId="b63f7f88-8c5a-4bb9-abf3-01dfadaf97ca" providerId="ADAL" clId="{97E4BF4B-3C2E-40F2-A2D8-C33E8224DEFD}"/>
    <pc:docChg chg="undo custSel modSld">
      <pc:chgData name="Sascha Ellmer" userId="b63f7f88-8c5a-4bb9-abf3-01dfadaf97ca" providerId="ADAL" clId="{97E4BF4B-3C2E-40F2-A2D8-C33E8224DEFD}" dt="2026-10-15T16:01:48.497" v="18" actId="313"/>
      <pc:docMkLst>
        <pc:docMk/>
      </pc:docMkLst>
      <pc:sldChg chg="modSp mod">
        <pc:chgData name="Sascha Ellmer" userId="b63f7f88-8c5a-4bb9-abf3-01dfadaf97ca" providerId="ADAL" clId="{97E4BF4B-3C2E-40F2-A2D8-C33E8224DEFD}" dt="2026-10-15T16:01:37.473" v="17" actId="790"/>
        <pc:sldMkLst>
          <pc:docMk/>
          <pc:sldMk cId="2395222804" sldId="256"/>
        </pc:sldMkLst>
        <pc:spChg chg="mod">
          <ac:chgData name="Sascha Ellmer" userId="b63f7f88-8c5a-4bb9-abf3-01dfadaf97ca" providerId="ADAL" clId="{97E4BF4B-3C2E-40F2-A2D8-C33E8224DEFD}" dt="2026-10-15T16:01:37.473" v="17" actId="790"/>
          <ac:spMkLst>
            <pc:docMk/>
            <pc:sldMk cId="2395222804" sldId="256"/>
            <ac:spMk id="2" creationId="{EFA73820-F62A-D355-A9DD-DC3DDD88C83C}"/>
          </ac:spMkLst>
        </pc:spChg>
        <pc:spChg chg="mod">
          <ac:chgData name="Sascha Ellmer" userId="b63f7f88-8c5a-4bb9-abf3-01dfadaf97ca" providerId="ADAL" clId="{97E4BF4B-3C2E-40F2-A2D8-C33E8224DEFD}" dt="2026-10-15T16:01:37.473" v="17" actId="790"/>
          <ac:spMkLst>
            <pc:docMk/>
            <pc:sldMk cId="2395222804" sldId="256"/>
            <ac:spMk id="3" creationId="{2504D1AF-A55D-D42D-DE51-C49CAEE966B3}"/>
          </ac:spMkLst>
        </pc:spChg>
        <pc:spChg chg="mod">
          <ac:chgData name="Sascha Ellmer" userId="b63f7f88-8c5a-4bb9-abf3-01dfadaf97ca" providerId="ADAL" clId="{97E4BF4B-3C2E-40F2-A2D8-C33E8224DEFD}" dt="2026-10-15T16:01:37.473" v="17" actId="790"/>
          <ac:spMkLst>
            <pc:docMk/>
            <pc:sldMk cId="2395222804" sldId="256"/>
            <ac:spMk id="5" creationId="{BA7999F7-4BD3-FE4C-3EF7-D68A00FEE956}"/>
          </ac:spMkLst>
        </pc:spChg>
      </pc:sldChg>
      <pc:sldChg chg="modSp mod">
        <pc:chgData name="Sascha Ellmer" userId="b63f7f88-8c5a-4bb9-abf3-01dfadaf97ca" providerId="ADAL" clId="{97E4BF4B-3C2E-40F2-A2D8-C33E8224DEFD}" dt="2026-10-15T16:01:37.473" v="17" actId="790"/>
        <pc:sldMkLst>
          <pc:docMk/>
          <pc:sldMk cId="2211776005" sldId="257"/>
        </pc:sldMkLst>
        <pc:spChg chg="mod">
          <ac:chgData name="Sascha Ellmer" userId="b63f7f88-8c5a-4bb9-abf3-01dfadaf97ca" providerId="ADAL" clId="{97E4BF4B-3C2E-40F2-A2D8-C33E8224DEFD}" dt="2026-10-15T16:01:37.473" v="17" actId="790"/>
          <ac:spMkLst>
            <pc:docMk/>
            <pc:sldMk cId="2211776005" sldId="257"/>
            <ac:spMk id="2" creationId="{D8606DAC-669D-9000-0C53-0F226933BE31}"/>
          </ac:spMkLst>
        </pc:spChg>
        <pc:spChg chg="mod">
          <ac:chgData name="Sascha Ellmer" userId="b63f7f88-8c5a-4bb9-abf3-01dfadaf97ca" providerId="ADAL" clId="{97E4BF4B-3C2E-40F2-A2D8-C33E8224DEFD}" dt="2026-10-15T16:01:37.473" v="17" actId="790"/>
          <ac:spMkLst>
            <pc:docMk/>
            <pc:sldMk cId="2211776005" sldId="257"/>
            <ac:spMk id="5" creationId="{87DCE7A0-7E61-D4C4-81B2-62DC7A29E687}"/>
          </ac:spMkLst>
        </pc:spChg>
        <pc:spChg chg="mod">
          <ac:chgData name="Sascha Ellmer" userId="b63f7f88-8c5a-4bb9-abf3-01dfadaf97ca" providerId="ADAL" clId="{97E4BF4B-3C2E-40F2-A2D8-C33E8224DEFD}" dt="2026-10-15T16:01:37.473" v="17" actId="790"/>
          <ac:spMkLst>
            <pc:docMk/>
            <pc:sldMk cId="2211776005" sldId="257"/>
            <ac:spMk id="6" creationId="{DB821A00-E816-977B-FF9A-FAE7D8760996}"/>
          </ac:spMkLst>
        </pc:spChg>
        <pc:spChg chg="mod">
          <ac:chgData name="Sascha Ellmer" userId="b63f7f88-8c5a-4bb9-abf3-01dfadaf97ca" providerId="ADAL" clId="{97E4BF4B-3C2E-40F2-A2D8-C33E8224DEFD}" dt="2026-10-15T16:01:37.473" v="17" actId="790"/>
          <ac:spMkLst>
            <pc:docMk/>
            <pc:sldMk cId="2211776005" sldId="257"/>
            <ac:spMk id="8" creationId="{6EC5B690-4E48-5404-E8E5-7FB37B95EBC7}"/>
          </ac:spMkLst>
        </pc:spChg>
        <pc:spChg chg="mod">
          <ac:chgData name="Sascha Ellmer" userId="b63f7f88-8c5a-4bb9-abf3-01dfadaf97ca" providerId="ADAL" clId="{97E4BF4B-3C2E-40F2-A2D8-C33E8224DEFD}" dt="2026-10-15T16:01:37.473" v="17" actId="790"/>
          <ac:spMkLst>
            <pc:docMk/>
            <pc:sldMk cId="2211776005" sldId="257"/>
            <ac:spMk id="9" creationId="{45DCADB9-7C38-039C-7B65-2706BB4D9F48}"/>
          </ac:spMkLst>
        </pc:spChg>
        <pc:spChg chg="mod">
          <ac:chgData name="Sascha Ellmer" userId="b63f7f88-8c5a-4bb9-abf3-01dfadaf97ca" providerId="ADAL" clId="{97E4BF4B-3C2E-40F2-A2D8-C33E8224DEFD}" dt="2026-10-15T16:01:37.473" v="17" actId="790"/>
          <ac:spMkLst>
            <pc:docMk/>
            <pc:sldMk cId="2211776005" sldId="257"/>
            <ac:spMk id="11" creationId="{E131046B-5287-D8D2-1385-17B5F50FD69E}"/>
          </ac:spMkLst>
        </pc:spChg>
        <pc:spChg chg="mod">
          <ac:chgData name="Sascha Ellmer" userId="b63f7f88-8c5a-4bb9-abf3-01dfadaf97ca" providerId="ADAL" clId="{97E4BF4B-3C2E-40F2-A2D8-C33E8224DEFD}" dt="2026-10-15T16:01:37.473" v="17" actId="790"/>
          <ac:spMkLst>
            <pc:docMk/>
            <pc:sldMk cId="2211776005" sldId="257"/>
            <ac:spMk id="12" creationId="{F6870776-BF08-5CE3-00E5-ECA2127C59D7}"/>
          </ac:spMkLst>
        </pc:spChg>
        <pc:spChg chg="mod">
          <ac:chgData name="Sascha Ellmer" userId="b63f7f88-8c5a-4bb9-abf3-01dfadaf97ca" providerId="ADAL" clId="{97E4BF4B-3C2E-40F2-A2D8-C33E8224DEFD}" dt="2026-10-15T16:01:37.473" v="17" actId="790"/>
          <ac:spMkLst>
            <pc:docMk/>
            <pc:sldMk cId="2211776005" sldId="257"/>
            <ac:spMk id="13" creationId="{596AEB13-DC3D-08A5-2D7F-F10673FE274F}"/>
          </ac:spMkLst>
        </pc:spChg>
        <pc:spChg chg="mod">
          <ac:chgData name="Sascha Ellmer" userId="b63f7f88-8c5a-4bb9-abf3-01dfadaf97ca" providerId="ADAL" clId="{97E4BF4B-3C2E-40F2-A2D8-C33E8224DEFD}" dt="2026-10-15T16:01:37.473" v="17" actId="790"/>
          <ac:spMkLst>
            <pc:docMk/>
            <pc:sldMk cId="2211776005" sldId="257"/>
            <ac:spMk id="14" creationId="{477C007C-5148-EDE3-057E-A7548E74F790}"/>
          </ac:spMkLst>
        </pc:spChg>
        <pc:spChg chg="mod">
          <ac:chgData name="Sascha Ellmer" userId="b63f7f88-8c5a-4bb9-abf3-01dfadaf97ca" providerId="ADAL" clId="{97E4BF4B-3C2E-40F2-A2D8-C33E8224DEFD}" dt="2026-10-15T16:01:37.473" v="17" actId="790"/>
          <ac:spMkLst>
            <pc:docMk/>
            <pc:sldMk cId="2211776005" sldId="257"/>
            <ac:spMk id="15" creationId="{F9D7AD95-7870-175C-47AF-236BDAE791A9}"/>
          </ac:spMkLst>
        </pc:spChg>
      </pc:sldChg>
      <pc:sldChg chg="modSp mod">
        <pc:chgData name="Sascha Ellmer" userId="b63f7f88-8c5a-4bb9-abf3-01dfadaf97ca" providerId="ADAL" clId="{97E4BF4B-3C2E-40F2-A2D8-C33E8224DEFD}" dt="2026-10-15T16:01:48.497" v="18" actId="313"/>
        <pc:sldMkLst>
          <pc:docMk/>
          <pc:sldMk cId="785379569" sldId="258"/>
        </pc:sldMkLst>
        <pc:spChg chg="mod">
          <ac:chgData name="Sascha Ellmer" userId="b63f7f88-8c5a-4bb9-abf3-01dfadaf97ca" providerId="ADAL" clId="{97E4BF4B-3C2E-40F2-A2D8-C33E8224DEFD}" dt="2026-10-15T16:01:37.473" v="17" actId="790"/>
          <ac:spMkLst>
            <pc:docMk/>
            <pc:sldMk cId="785379569" sldId="258"/>
            <ac:spMk id="2" creationId="{ACDA8836-82F1-0C79-09EC-9FB9FB80B6F2}"/>
          </ac:spMkLst>
        </pc:spChg>
        <pc:spChg chg="mod">
          <ac:chgData name="Sascha Ellmer" userId="b63f7f88-8c5a-4bb9-abf3-01dfadaf97ca" providerId="ADAL" clId="{97E4BF4B-3C2E-40F2-A2D8-C33E8224DEFD}" dt="2026-10-15T16:01:37.473" v="17" actId="790"/>
          <ac:spMkLst>
            <pc:docMk/>
            <pc:sldMk cId="785379569" sldId="258"/>
            <ac:spMk id="3" creationId="{F77178BF-5DCD-48F2-F191-70C45955A998}"/>
          </ac:spMkLst>
        </pc:spChg>
        <pc:spChg chg="mod">
          <ac:chgData name="Sascha Ellmer" userId="b63f7f88-8c5a-4bb9-abf3-01dfadaf97ca" providerId="ADAL" clId="{97E4BF4B-3C2E-40F2-A2D8-C33E8224DEFD}" dt="2026-10-15T16:01:48.497" v="18" actId="313"/>
          <ac:spMkLst>
            <pc:docMk/>
            <pc:sldMk cId="785379569" sldId="258"/>
            <ac:spMk id="11" creationId="{9C63E2B9-AC97-8ECE-0163-BE027F1CD4CC}"/>
          </ac:spMkLst>
        </pc:spChg>
      </pc:sldChg>
      <pc:sldChg chg="modSp mod">
        <pc:chgData name="Sascha Ellmer" userId="b63f7f88-8c5a-4bb9-abf3-01dfadaf97ca" providerId="ADAL" clId="{97E4BF4B-3C2E-40F2-A2D8-C33E8224DEFD}" dt="2026-10-15T16:01:37.473" v="17" actId="790"/>
        <pc:sldMkLst>
          <pc:docMk/>
          <pc:sldMk cId="2233690681" sldId="259"/>
        </pc:sldMkLst>
        <pc:spChg chg="mod">
          <ac:chgData name="Sascha Ellmer" userId="b63f7f88-8c5a-4bb9-abf3-01dfadaf97ca" providerId="ADAL" clId="{97E4BF4B-3C2E-40F2-A2D8-C33E8224DEFD}" dt="2026-10-15T16:01:37.473" v="17" actId="790"/>
          <ac:spMkLst>
            <pc:docMk/>
            <pc:sldMk cId="2233690681" sldId="259"/>
            <ac:spMk id="3" creationId="{9F82D3D4-3D99-C3BA-EFB4-28B1AEB288C2}"/>
          </ac:spMkLst>
        </pc:spChg>
        <pc:spChg chg="mod">
          <ac:chgData name="Sascha Ellmer" userId="b63f7f88-8c5a-4bb9-abf3-01dfadaf97ca" providerId="ADAL" clId="{97E4BF4B-3C2E-40F2-A2D8-C33E8224DEFD}" dt="2026-10-15T16:01:37.473" v="17" actId="790"/>
          <ac:spMkLst>
            <pc:docMk/>
            <pc:sldMk cId="2233690681" sldId="259"/>
            <ac:spMk id="8" creationId="{8A0ED043-2D5E-78E4-A6D3-5D90D4E6A980}"/>
          </ac:spMkLst>
        </pc:spChg>
        <pc:spChg chg="mod">
          <ac:chgData name="Sascha Ellmer" userId="b63f7f88-8c5a-4bb9-abf3-01dfadaf97ca" providerId="ADAL" clId="{97E4BF4B-3C2E-40F2-A2D8-C33E8224DEFD}" dt="2026-10-15T15:51:38.184" v="13" actId="1076"/>
          <ac:spMkLst>
            <pc:docMk/>
            <pc:sldMk cId="2233690681" sldId="259"/>
            <ac:spMk id="11" creationId="{8A03A5AF-D99F-C73F-5966-13CB882D455A}"/>
          </ac:spMkLst>
        </pc:spChg>
        <pc:spChg chg="mod">
          <ac:chgData name="Sascha Ellmer" userId="b63f7f88-8c5a-4bb9-abf3-01dfadaf97ca" providerId="ADAL" clId="{97E4BF4B-3C2E-40F2-A2D8-C33E8224DEFD}" dt="2026-10-15T16:01:37.473" v="17" actId="790"/>
          <ac:spMkLst>
            <pc:docMk/>
            <pc:sldMk cId="2233690681" sldId="259"/>
            <ac:spMk id="13" creationId="{DB170B97-BBBB-23AA-EDAF-8BD489304DD1}"/>
          </ac:spMkLst>
        </pc:spChg>
        <pc:spChg chg="mod">
          <ac:chgData name="Sascha Ellmer" userId="b63f7f88-8c5a-4bb9-abf3-01dfadaf97ca" providerId="ADAL" clId="{97E4BF4B-3C2E-40F2-A2D8-C33E8224DEFD}" dt="2026-10-15T16:01:37.473" v="17" actId="790"/>
          <ac:spMkLst>
            <pc:docMk/>
            <pc:sldMk cId="2233690681" sldId="259"/>
            <ac:spMk id="15" creationId="{7D74A52B-4E81-2657-4C8B-27C2D4036C9F}"/>
          </ac:spMkLst>
        </pc:spChg>
        <pc:spChg chg="mod">
          <ac:chgData name="Sascha Ellmer" userId="b63f7f88-8c5a-4bb9-abf3-01dfadaf97ca" providerId="ADAL" clId="{97E4BF4B-3C2E-40F2-A2D8-C33E8224DEFD}" dt="2026-10-15T16:01:37.473" v="17" actId="790"/>
          <ac:spMkLst>
            <pc:docMk/>
            <pc:sldMk cId="2233690681" sldId="259"/>
            <ac:spMk id="16" creationId="{900BDB6E-FE02-371F-70C9-804206779E53}"/>
          </ac:spMkLst>
        </pc:spChg>
        <pc:spChg chg="mod">
          <ac:chgData name="Sascha Ellmer" userId="b63f7f88-8c5a-4bb9-abf3-01dfadaf97ca" providerId="ADAL" clId="{97E4BF4B-3C2E-40F2-A2D8-C33E8224DEFD}" dt="2026-10-15T16:01:37.473" v="17" actId="790"/>
          <ac:spMkLst>
            <pc:docMk/>
            <pc:sldMk cId="2233690681" sldId="259"/>
            <ac:spMk id="17" creationId="{60D35FB7-AB24-5C11-C320-E043CC5B8F1D}"/>
          </ac:spMkLst>
        </pc:spChg>
        <pc:spChg chg="mod">
          <ac:chgData name="Sascha Ellmer" userId="b63f7f88-8c5a-4bb9-abf3-01dfadaf97ca" providerId="ADAL" clId="{97E4BF4B-3C2E-40F2-A2D8-C33E8224DEFD}" dt="2026-10-15T16:01:37.473" v="17" actId="790"/>
          <ac:spMkLst>
            <pc:docMk/>
            <pc:sldMk cId="2233690681" sldId="259"/>
            <ac:spMk id="18" creationId="{DE2B4DD0-C763-B38D-04C1-7639B3BB332F}"/>
          </ac:spMkLst>
        </pc:spChg>
        <pc:spChg chg="mod">
          <ac:chgData name="Sascha Ellmer" userId="b63f7f88-8c5a-4bb9-abf3-01dfadaf97ca" providerId="ADAL" clId="{97E4BF4B-3C2E-40F2-A2D8-C33E8224DEFD}" dt="2026-10-15T16:01:37.473" v="17" actId="790"/>
          <ac:spMkLst>
            <pc:docMk/>
            <pc:sldMk cId="2233690681" sldId="259"/>
            <ac:spMk id="21" creationId="{1CF638AF-1D6B-71D8-0C9F-8DEE249C069B}"/>
          </ac:spMkLst>
        </pc:spChg>
        <pc:spChg chg="mod">
          <ac:chgData name="Sascha Ellmer" userId="b63f7f88-8c5a-4bb9-abf3-01dfadaf97ca" providerId="ADAL" clId="{97E4BF4B-3C2E-40F2-A2D8-C33E8224DEFD}" dt="2026-10-15T15:51:41.481" v="15" actId="1076"/>
          <ac:spMkLst>
            <pc:docMk/>
            <pc:sldMk cId="2233690681" sldId="259"/>
            <ac:spMk id="25" creationId="{0B5E70E2-0233-EE25-1CA4-10C25646667B}"/>
          </ac:spMkLst>
        </pc:spChg>
        <pc:spChg chg="mod">
          <ac:chgData name="Sascha Ellmer" userId="b63f7f88-8c5a-4bb9-abf3-01dfadaf97ca" providerId="ADAL" clId="{97E4BF4B-3C2E-40F2-A2D8-C33E8224DEFD}" dt="2026-10-15T16:01:37.473" v="17" actId="790"/>
          <ac:spMkLst>
            <pc:docMk/>
            <pc:sldMk cId="2233690681" sldId="259"/>
            <ac:spMk id="27" creationId="{3D3CF222-4B55-6F5A-F098-DE9E30DF4A8E}"/>
          </ac:spMkLst>
        </pc:spChg>
        <pc:spChg chg="mod">
          <ac:chgData name="Sascha Ellmer" userId="b63f7f88-8c5a-4bb9-abf3-01dfadaf97ca" providerId="ADAL" clId="{97E4BF4B-3C2E-40F2-A2D8-C33E8224DEFD}" dt="2026-10-15T16:01:37.473" v="17" actId="790"/>
          <ac:spMkLst>
            <pc:docMk/>
            <pc:sldMk cId="2233690681" sldId="259"/>
            <ac:spMk id="29" creationId="{C576A43F-6AC8-662A-CA8B-629DA512C0F3}"/>
          </ac:spMkLst>
        </pc:spChg>
      </pc:sldChg>
      <pc:sldChg chg="modSp mod">
        <pc:chgData name="Sascha Ellmer" userId="b63f7f88-8c5a-4bb9-abf3-01dfadaf97ca" providerId="ADAL" clId="{97E4BF4B-3C2E-40F2-A2D8-C33E8224DEFD}" dt="2026-10-15T16:01:37.473" v="17" actId="790"/>
        <pc:sldMkLst>
          <pc:docMk/>
          <pc:sldMk cId="974686857" sldId="260"/>
        </pc:sldMkLst>
        <pc:spChg chg="mod">
          <ac:chgData name="Sascha Ellmer" userId="b63f7f88-8c5a-4bb9-abf3-01dfadaf97ca" providerId="ADAL" clId="{97E4BF4B-3C2E-40F2-A2D8-C33E8224DEFD}" dt="2026-10-15T16:01:37.473" v="17" actId="790"/>
          <ac:spMkLst>
            <pc:docMk/>
            <pc:sldMk cId="974686857" sldId="260"/>
            <ac:spMk id="3" creationId="{E6142A51-68DF-D2F5-AC71-8EB9A17CF463}"/>
          </ac:spMkLst>
        </pc:spChg>
        <pc:spChg chg="mod">
          <ac:chgData name="Sascha Ellmer" userId="b63f7f88-8c5a-4bb9-abf3-01dfadaf97ca" providerId="ADAL" clId="{97E4BF4B-3C2E-40F2-A2D8-C33E8224DEFD}" dt="2026-10-15T16:01:37.473" v="17" actId="790"/>
          <ac:spMkLst>
            <pc:docMk/>
            <pc:sldMk cId="974686857" sldId="260"/>
            <ac:spMk id="16" creationId="{0CA61924-C8A0-F55D-62D0-E8750BB5DEBC}"/>
          </ac:spMkLst>
        </pc:spChg>
        <pc:spChg chg="mod">
          <ac:chgData name="Sascha Ellmer" userId="b63f7f88-8c5a-4bb9-abf3-01dfadaf97ca" providerId="ADAL" clId="{97E4BF4B-3C2E-40F2-A2D8-C33E8224DEFD}" dt="2026-10-15T16:01:37.473" v="17" actId="790"/>
          <ac:spMkLst>
            <pc:docMk/>
            <pc:sldMk cId="974686857" sldId="260"/>
            <ac:spMk id="18" creationId="{B389B5A2-2934-4CD5-7594-972844168F96}"/>
          </ac:spMkLst>
        </pc:spChg>
        <pc:spChg chg="mod">
          <ac:chgData name="Sascha Ellmer" userId="b63f7f88-8c5a-4bb9-abf3-01dfadaf97ca" providerId="ADAL" clId="{97E4BF4B-3C2E-40F2-A2D8-C33E8224DEFD}" dt="2026-10-15T16:01:37.473" v="17" actId="790"/>
          <ac:spMkLst>
            <pc:docMk/>
            <pc:sldMk cId="974686857" sldId="260"/>
            <ac:spMk id="19" creationId="{B8C2F175-AD97-9FD9-8650-14ACB7A82940}"/>
          </ac:spMkLst>
        </pc:spChg>
        <pc:spChg chg="mod">
          <ac:chgData name="Sascha Ellmer" userId="b63f7f88-8c5a-4bb9-abf3-01dfadaf97ca" providerId="ADAL" clId="{97E4BF4B-3C2E-40F2-A2D8-C33E8224DEFD}" dt="2026-10-15T16:01:37.473" v="17" actId="790"/>
          <ac:spMkLst>
            <pc:docMk/>
            <pc:sldMk cId="974686857" sldId="260"/>
            <ac:spMk id="21" creationId="{78A42C0F-9549-8550-AF5F-8A83C074D430}"/>
          </ac:spMkLst>
        </pc:spChg>
        <pc:spChg chg="mod">
          <ac:chgData name="Sascha Ellmer" userId="b63f7f88-8c5a-4bb9-abf3-01dfadaf97ca" providerId="ADAL" clId="{97E4BF4B-3C2E-40F2-A2D8-C33E8224DEFD}" dt="2026-10-15T16:01:37.473" v="17" actId="790"/>
          <ac:spMkLst>
            <pc:docMk/>
            <pc:sldMk cId="974686857" sldId="260"/>
            <ac:spMk id="22" creationId="{277D408D-6A9F-2C74-C8A4-F396E0324351}"/>
          </ac:spMkLst>
        </pc:spChg>
        <pc:spChg chg="mod">
          <ac:chgData name="Sascha Ellmer" userId="b63f7f88-8c5a-4bb9-abf3-01dfadaf97ca" providerId="ADAL" clId="{97E4BF4B-3C2E-40F2-A2D8-C33E8224DEFD}" dt="2026-10-15T16:01:37.473" v="17" actId="790"/>
          <ac:spMkLst>
            <pc:docMk/>
            <pc:sldMk cId="974686857" sldId="260"/>
            <ac:spMk id="27" creationId="{4FD1F643-F32F-E6D4-58A9-249CAF121F82}"/>
          </ac:spMkLst>
        </pc:spChg>
        <pc:spChg chg="mod">
          <ac:chgData name="Sascha Ellmer" userId="b63f7f88-8c5a-4bb9-abf3-01dfadaf97ca" providerId="ADAL" clId="{97E4BF4B-3C2E-40F2-A2D8-C33E8224DEFD}" dt="2026-10-15T16:01:37.473" v="17" actId="790"/>
          <ac:spMkLst>
            <pc:docMk/>
            <pc:sldMk cId="974686857" sldId="260"/>
            <ac:spMk id="30" creationId="{463D7535-B349-3ED3-EE60-A5493E0EA17B}"/>
          </ac:spMkLst>
        </pc:spChg>
        <pc:spChg chg="mod">
          <ac:chgData name="Sascha Ellmer" userId="b63f7f88-8c5a-4bb9-abf3-01dfadaf97ca" providerId="ADAL" clId="{97E4BF4B-3C2E-40F2-A2D8-C33E8224DEFD}" dt="2026-10-15T16:01:37.473" v="17" actId="790"/>
          <ac:spMkLst>
            <pc:docMk/>
            <pc:sldMk cId="974686857" sldId="260"/>
            <ac:spMk id="31" creationId="{72BC1195-25FB-345E-C603-55742ABABF6D}"/>
          </ac:spMkLst>
        </pc:spChg>
        <pc:spChg chg="mod">
          <ac:chgData name="Sascha Ellmer" userId="b63f7f88-8c5a-4bb9-abf3-01dfadaf97ca" providerId="ADAL" clId="{97E4BF4B-3C2E-40F2-A2D8-C33E8224DEFD}" dt="2026-10-15T16:01:37.473" v="17" actId="790"/>
          <ac:spMkLst>
            <pc:docMk/>
            <pc:sldMk cId="974686857" sldId="260"/>
            <ac:spMk id="34" creationId="{5DFA57BE-4FF0-D5A3-1F51-78D1A471C587}"/>
          </ac:spMkLst>
        </pc:spChg>
      </pc:sldChg>
      <pc:sldChg chg="modSp mod">
        <pc:chgData name="Sascha Ellmer" userId="b63f7f88-8c5a-4bb9-abf3-01dfadaf97ca" providerId="ADAL" clId="{97E4BF4B-3C2E-40F2-A2D8-C33E8224DEFD}" dt="2026-10-15T16:01:37.473" v="17" actId="790"/>
        <pc:sldMkLst>
          <pc:docMk/>
          <pc:sldMk cId="3533702690" sldId="261"/>
        </pc:sldMkLst>
        <pc:spChg chg="mod">
          <ac:chgData name="Sascha Ellmer" userId="b63f7f88-8c5a-4bb9-abf3-01dfadaf97ca" providerId="ADAL" clId="{97E4BF4B-3C2E-40F2-A2D8-C33E8224DEFD}" dt="2026-10-15T16:01:37.473" v="17" actId="790"/>
          <ac:spMkLst>
            <pc:docMk/>
            <pc:sldMk cId="3533702690" sldId="261"/>
            <ac:spMk id="2" creationId="{972790B4-B2CE-0911-BFD4-F22DADAA310D}"/>
          </ac:spMkLst>
        </pc:spChg>
        <pc:spChg chg="mod">
          <ac:chgData name="Sascha Ellmer" userId="b63f7f88-8c5a-4bb9-abf3-01dfadaf97ca" providerId="ADAL" clId="{97E4BF4B-3C2E-40F2-A2D8-C33E8224DEFD}" dt="2026-10-15T16:01:37.473" v="17" actId="790"/>
          <ac:spMkLst>
            <pc:docMk/>
            <pc:sldMk cId="3533702690" sldId="261"/>
            <ac:spMk id="3" creationId="{1EB5D5BF-F730-52F8-D5DF-203CB15C0A5E}"/>
          </ac:spMkLst>
        </pc:spChg>
        <pc:spChg chg="mod">
          <ac:chgData name="Sascha Ellmer" userId="b63f7f88-8c5a-4bb9-abf3-01dfadaf97ca" providerId="ADAL" clId="{97E4BF4B-3C2E-40F2-A2D8-C33E8224DEFD}" dt="2026-10-15T16:01:37.473" v="17" actId="790"/>
          <ac:spMkLst>
            <pc:docMk/>
            <pc:sldMk cId="3533702690" sldId="261"/>
            <ac:spMk id="5" creationId="{DA3344D4-D9F9-2566-C3DE-6252C38A65F5}"/>
          </ac:spMkLst>
        </pc:spChg>
        <pc:spChg chg="mod">
          <ac:chgData name="Sascha Ellmer" userId="b63f7f88-8c5a-4bb9-abf3-01dfadaf97ca" providerId="ADAL" clId="{97E4BF4B-3C2E-40F2-A2D8-C33E8224DEFD}" dt="2026-10-15T16:01:37.473" v="17" actId="790"/>
          <ac:spMkLst>
            <pc:docMk/>
            <pc:sldMk cId="3533702690" sldId="261"/>
            <ac:spMk id="32" creationId="{A6372791-211F-EDD4-D680-126A8D6AE7A4}"/>
          </ac:spMkLst>
        </pc:spChg>
        <pc:spChg chg="mod">
          <ac:chgData name="Sascha Ellmer" userId="b63f7f88-8c5a-4bb9-abf3-01dfadaf97ca" providerId="ADAL" clId="{97E4BF4B-3C2E-40F2-A2D8-C33E8224DEFD}" dt="2026-10-15T16:01:37.473" v="17" actId="790"/>
          <ac:spMkLst>
            <pc:docMk/>
            <pc:sldMk cId="3533702690" sldId="261"/>
            <ac:spMk id="33" creationId="{BB9D63D1-C518-00D5-070C-DE5B32D7C48B}"/>
          </ac:spMkLst>
        </pc:spChg>
        <pc:spChg chg="mod">
          <ac:chgData name="Sascha Ellmer" userId="b63f7f88-8c5a-4bb9-abf3-01dfadaf97ca" providerId="ADAL" clId="{97E4BF4B-3C2E-40F2-A2D8-C33E8224DEFD}" dt="2026-10-15T16:01:37.473" v="17" actId="790"/>
          <ac:spMkLst>
            <pc:docMk/>
            <pc:sldMk cId="3533702690" sldId="261"/>
            <ac:spMk id="36" creationId="{041EB1C0-FE78-ABB5-FD4F-56DE32972256}"/>
          </ac:spMkLst>
        </pc:spChg>
        <pc:spChg chg="mod">
          <ac:chgData name="Sascha Ellmer" userId="b63f7f88-8c5a-4bb9-abf3-01dfadaf97ca" providerId="ADAL" clId="{97E4BF4B-3C2E-40F2-A2D8-C33E8224DEFD}" dt="2026-10-15T16:01:37.473" v="17" actId="790"/>
          <ac:spMkLst>
            <pc:docMk/>
            <pc:sldMk cId="3533702690" sldId="261"/>
            <ac:spMk id="37" creationId="{CFF9E186-0EC1-50E5-6673-23C54FC0C42B}"/>
          </ac:spMkLst>
        </pc:spChg>
        <pc:spChg chg="mod">
          <ac:chgData name="Sascha Ellmer" userId="b63f7f88-8c5a-4bb9-abf3-01dfadaf97ca" providerId="ADAL" clId="{97E4BF4B-3C2E-40F2-A2D8-C33E8224DEFD}" dt="2026-10-15T16:01:37.473" v="17" actId="790"/>
          <ac:spMkLst>
            <pc:docMk/>
            <pc:sldMk cId="3533702690" sldId="261"/>
            <ac:spMk id="40" creationId="{A22EE087-B04F-768A-6650-E7A0EEC227B0}"/>
          </ac:spMkLst>
        </pc:spChg>
        <pc:spChg chg="mod">
          <ac:chgData name="Sascha Ellmer" userId="b63f7f88-8c5a-4bb9-abf3-01dfadaf97ca" providerId="ADAL" clId="{97E4BF4B-3C2E-40F2-A2D8-C33E8224DEFD}" dt="2026-10-15T16:01:37.473" v="17" actId="790"/>
          <ac:spMkLst>
            <pc:docMk/>
            <pc:sldMk cId="3533702690" sldId="261"/>
            <ac:spMk id="62" creationId="{99CD8E38-A52A-E52A-4DC0-338E725034A9}"/>
          </ac:spMkLst>
        </pc:spChg>
        <pc:spChg chg="mod">
          <ac:chgData name="Sascha Ellmer" userId="b63f7f88-8c5a-4bb9-abf3-01dfadaf97ca" providerId="ADAL" clId="{97E4BF4B-3C2E-40F2-A2D8-C33E8224DEFD}" dt="2026-10-15T16:01:37.473" v="17" actId="790"/>
          <ac:spMkLst>
            <pc:docMk/>
            <pc:sldMk cId="3533702690" sldId="261"/>
            <ac:spMk id="65" creationId="{A51813E9-8742-71EB-9CE6-6C7AA3494A6E}"/>
          </ac:spMkLst>
        </pc:spChg>
      </pc:sldChg>
      <pc:sldChg chg="modSp mod">
        <pc:chgData name="Sascha Ellmer" userId="b63f7f88-8c5a-4bb9-abf3-01dfadaf97ca" providerId="ADAL" clId="{97E4BF4B-3C2E-40F2-A2D8-C33E8224DEFD}" dt="2026-10-15T16:01:37.473" v="17" actId="790"/>
        <pc:sldMkLst>
          <pc:docMk/>
          <pc:sldMk cId="1682958861" sldId="262"/>
        </pc:sldMkLst>
        <pc:spChg chg="mod">
          <ac:chgData name="Sascha Ellmer" userId="b63f7f88-8c5a-4bb9-abf3-01dfadaf97ca" providerId="ADAL" clId="{97E4BF4B-3C2E-40F2-A2D8-C33E8224DEFD}" dt="2026-10-15T16:01:37.473" v="17" actId="790"/>
          <ac:spMkLst>
            <pc:docMk/>
            <pc:sldMk cId="1682958861" sldId="262"/>
            <ac:spMk id="2" creationId="{B27F1B25-03AB-2D96-1CC7-CD050A44BC4C}"/>
          </ac:spMkLst>
        </pc:spChg>
        <pc:spChg chg="mod">
          <ac:chgData name="Sascha Ellmer" userId="b63f7f88-8c5a-4bb9-abf3-01dfadaf97ca" providerId="ADAL" clId="{97E4BF4B-3C2E-40F2-A2D8-C33E8224DEFD}" dt="2026-10-15T16:01:37.473" v="17" actId="790"/>
          <ac:spMkLst>
            <pc:docMk/>
            <pc:sldMk cId="1682958861" sldId="262"/>
            <ac:spMk id="3" creationId="{681C5424-0AB6-A2E3-E69F-34ADCCE910E8}"/>
          </ac:spMkLst>
        </pc:spChg>
        <pc:spChg chg="mod">
          <ac:chgData name="Sascha Ellmer" userId="b63f7f88-8c5a-4bb9-abf3-01dfadaf97ca" providerId="ADAL" clId="{97E4BF4B-3C2E-40F2-A2D8-C33E8224DEFD}" dt="2026-10-15T16:01:37.473" v="17" actId="790"/>
          <ac:spMkLst>
            <pc:docMk/>
            <pc:sldMk cId="1682958861" sldId="262"/>
            <ac:spMk id="4" creationId="{0C7331BB-5367-784C-82FB-1D294741DB7B}"/>
          </ac:spMkLst>
        </pc:spChg>
      </pc:sldChg>
      <pc:sldChg chg="modSp mod">
        <pc:chgData name="Sascha Ellmer" userId="b63f7f88-8c5a-4bb9-abf3-01dfadaf97ca" providerId="ADAL" clId="{97E4BF4B-3C2E-40F2-A2D8-C33E8224DEFD}" dt="2026-10-15T16:01:37.473" v="17" actId="790"/>
        <pc:sldMkLst>
          <pc:docMk/>
          <pc:sldMk cId="2567304991" sldId="2147483635"/>
        </pc:sldMkLst>
        <pc:spChg chg="mod">
          <ac:chgData name="Sascha Ellmer" userId="b63f7f88-8c5a-4bb9-abf3-01dfadaf97ca" providerId="ADAL" clId="{97E4BF4B-3C2E-40F2-A2D8-C33E8224DEFD}" dt="2026-10-15T16:01:37.473" v="17" actId="790"/>
          <ac:spMkLst>
            <pc:docMk/>
            <pc:sldMk cId="2567304991" sldId="2147483635"/>
            <ac:spMk id="4" creationId="{9AAFCD97-8D22-C8DC-F19C-158FAA0E3DEC}"/>
          </ac:spMkLst>
        </pc:spChg>
        <pc:spChg chg="mod">
          <ac:chgData name="Sascha Ellmer" userId="b63f7f88-8c5a-4bb9-abf3-01dfadaf97ca" providerId="ADAL" clId="{97E4BF4B-3C2E-40F2-A2D8-C33E8224DEFD}" dt="2026-10-15T16:01:37.473" v="17" actId="790"/>
          <ac:spMkLst>
            <pc:docMk/>
            <pc:sldMk cId="2567304991" sldId="2147483635"/>
            <ac:spMk id="7" creationId="{BCE00035-931A-8F82-BA91-63830E3B6564}"/>
          </ac:spMkLst>
        </pc:spChg>
        <pc:spChg chg="mod">
          <ac:chgData name="Sascha Ellmer" userId="b63f7f88-8c5a-4bb9-abf3-01dfadaf97ca" providerId="ADAL" clId="{97E4BF4B-3C2E-40F2-A2D8-C33E8224DEFD}" dt="2026-10-15T16:01:37.473" v="17" actId="790"/>
          <ac:spMkLst>
            <pc:docMk/>
            <pc:sldMk cId="2567304991" sldId="2147483635"/>
            <ac:spMk id="8" creationId="{10D6A250-9DBA-9538-9EE8-F9C799ED222C}"/>
          </ac:spMkLst>
        </pc:spChg>
      </pc:sldChg>
      <pc:sldChg chg="modSp mod">
        <pc:chgData name="Sascha Ellmer" userId="b63f7f88-8c5a-4bb9-abf3-01dfadaf97ca" providerId="ADAL" clId="{97E4BF4B-3C2E-40F2-A2D8-C33E8224DEFD}" dt="2026-10-15T16:01:37.473" v="17" actId="790"/>
        <pc:sldMkLst>
          <pc:docMk/>
          <pc:sldMk cId="2016114150" sldId="2147483640"/>
        </pc:sldMkLst>
        <pc:spChg chg="mod">
          <ac:chgData name="Sascha Ellmer" userId="b63f7f88-8c5a-4bb9-abf3-01dfadaf97ca" providerId="ADAL" clId="{97E4BF4B-3C2E-40F2-A2D8-C33E8224DEFD}" dt="2026-10-15T16:01:37.473" v="17" actId="790"/>
          <ac:spMkLst>
            <pc:docMk/>
            <pc:sldMk cId="2016114150" sldId="2147483640"/>
            <ac:spMk id="2" creationId="{DB1F4CCE-F6B8-9FBE-EFB7-CC3EF318EB06}"/>
          </ac:spMkLst>
        </pc:spChg>
        <pc:spChg chg="mod">
          <ac:chgData name="Sascha Ellmer" userId="b63f7f88-8c5a-4bb9-abf3-01dfadaf97ca" providerId="ADAL" clId="{97E4BF4B-3C2E-40F2-A2D8-C33E8224DEFD}" dt="2026-10-15T16:01:37.473" v="17" actId="790"/>
          <ac:spMkLst>
            <pc:docMk/>
            <pc:sldMk cId="2016114150" sldId="2147483640"/>
            <ac:spMk id="5" creationId="{9336E399-69B4-2C2B-20F6-EF6B4E35923E}"/>
          </ac:spMkLst>
        </pc:spChg>
        <pc:spChg chg="mod">
          <ac:chgData name="Sascha Ellmer" userId="b63f7f88-8c5a-4bb9-abf3-01dfadaf97ca" providerId="ADAL" clId="{97E4BF4B-3C2E-40F2-A2D8-C33E8224DEFD}" dt="2026-10-15T16:01:37.473" v="17" actId="790"/>
          <ac:spMkLst>
            <pc:docMk/>
            <pc:sldMk cId="2016114150" sldId="2147483640"/>
            <ac:spMk id="8" creationId="{409B5510-7ABE-1388-A489-9048A294D7D6}"/>
          </ac:spMkLst>
        </pc:spChg>
        <pc:spChg chg="mod">
          <ac:chgData name="Sascha Ellmer" userId="b63f7f88-8c5a-4bb9-abf3-01dfadaf97ca" providerId="ADAL" clId="{97E4BF4B-3C2E-40F2-A2D8-C33E8224DEFD}" dt="2026-10-15T16:01:37.473" v="17" actId="790"/>
          <ac:spMkLst>
            <pc:docMk/>
            <pc:sldMk cId="2016114150" sldId="2147483640"/>
            <ac:spMk id="9" creationId="{535E1AD5-13BC-558B-BEEE-2DC912294261}"/>
          </ac:spMkLst>
        </pc:spChg>
        <pc:spChg chg="mod">
          <ac:chgData name="Sascha Ellmer" userId="b63f7f88-8c5a-4bb9-abf3-01dfadaf97ca" providerId="ADAL" clId="{97E4BF4B-3C2E-40F2-A2D8-C33E8224DEFD}" dt="2026-10-15T16:01:37.473" v="17" actId="790"/>
          <ac:spMkLst>
            <pc:docMk/>
            <pc:sldMk cId="2016114150" sldId="2147483640"/>
            <ac:spMk id="11" creationId="{57C5BDB9-43FE-36FB-8E75-D99F813BA6F7}"/>
          </ac:spMkLst>
        </pc:spChg>
        <pc:spChg chg="mod">
          <ac:chgData name="Sascha Ellmer" userId="b63f7f88-8c5a-4bb9-abf3-01dfadaf97ca" providerId="ADAL" clId="{97E4BF4B-3C2E-40F2-A2D8-C33E8224DEFD}" dt="2026-10-15T16:01:37.473" v="17" actId="790"/>
          <ac:spMkLst>
            <pc:docMk/>
            <pc:sldMk cId="2016114150" sldId="2147483640"/>
            <ac:spMk id="13" creationId="{6216566D-1397-2F5F-029F-30AA482E47D8}"/>
          </ac:spMkLst>
        </pc:spChg>
        <pc:spChg chg="mod">
          <ac:chgData name="Sascha Ellmer" userId="b63f7f88-8c5a-4bb9-abf3-01dfadaf97ca" providerId="ADAL" clId="{97E4BF4B-3C2E-40F2-A2D8-C33E8224DEFD}" dt="2026-10-15T16:01:37.473" v="17" actId="790"/>
          <ac:spMkLst>
            <pc:docMk/>
            <pc:sldMk cId="2016114150" sldId="2147483640"/>
            <ac:spMk id="15" creationId="{B2102B77-C152-94C4-C20D-1A88BAE844E9}"/>
          </ac:spMkLst>
        </pc:spChg>
        <pc:spChg chg="mod">
          <ac:chgData name="Sascha Ellmer" userId="b63f7f88-8c5a-4bb9-abf3-01dfadaf97ca" providerId="ADAL" clId="{97E4BF4B-3C2E-40F2-A2D8-C33E8224DEFD}" dt="2026-10-15T16:01:37.473" v="17" actId="790"/>
          <ac:spMkLst>
            <pc:docMk/>
            <pc:sldMk cId="2016114150" sldId="2147483640"/>
            <ac:spMk id="16" creationId="{AB0296C6-71F3-4E93-7519-C5F5D86215F3}"/>
          </ac:spMkLst>
        </pc:spChg>
        <pc:spChg chg="mod">
          <ac:chgData name="Sascha Ellmer" userId="b63f7f88-8c5a-4bb9-abf3-01dfadaf97ca" providerId="ADAL" clId="{97E4BF4B-3C2E-40F2-A2D8-C33E8224DEFD}" dt="2026-10-15T16:01:37.473" v="17" actId="790"/>
          <ac:spMkLst>
            <pc:docMk/>
            <pc:sldMk cId="2016114150" sldId="2147483640"/>
            <ac:spMk id="19" creationId="{E96FF489-1EFB-CAB6-4627-FE07E8BD5B21}"/>
          </ac:spMkLst>
        </pc:spChg>
        <pc:spChg chg="mod">
          <ac:chgData name="Sascha Ellmer" userId="b63f7f88-8c5a-4bb9-abf3-01dfadaf97ca" providerId="ADAL" clId="{97E4BF4B-3C2E-40F2-A2D8-C33E8224DEFD}" dt="2026-10-15T16:01:37.473" v="17" actId="790"/>
          <ac:spMkLst>
            <pc:docMk/>
            <pc:sldMk cId="2016114150" sldId="2147483640"/>
            <ac:spMk id="20" creationId="{CDF4571A-D1DD-CBF2-4345-C36FEEC2DB33}"/>
          </ac:spMkLst>
        </pc:spChg>
      </pc:sldChg>
      <pc:sldChg chg="modSp mod">
        <pc:chgData name="Sascha Ellmer" userId="b63f7f88-8c5a-4bb9-abf3-01dfadaf97ca" providerId="ADAL" clId="{97E4BF4B-3C2E-40F2-A2D8-C33E8224DEFD}" dt="2026-10-15T16:01:37.473" v="17" actId="790"/>
        <pc:sldMkLst>
          <pc:docMk/>
          <pc:sldMk cId="294663629" sldId="2147483644"/>
        </pc:sldMkLst>
        <pc:spChg chg="mod">
          <ac:chgData name="Sascha Ellmer" userId="b63f7f88-8c5a-4bb9-abf3-01dfadaf97ca" providerId="ADAL" clId="{97E4BF4B-3C2E-40F2-A2D8-C33E8224DEFD}" dt="2026-10-15T16:01:37.473" v="17" actId="790"/>
          <ac:spMkLst>
            <pc:docMk/>
            <pc:sldMk cId="294663629" sldId="2147483644"/>
            <ac:spMk id="3" creationId="{F461FFCE-2526-F3D2-FB86-4F988AE1608D}"/>
          </ac:spMkLst>
        </pc:spChg>
      </pc:sldChg>
      <pc:sldChg chg="modSp mod">
        <pc:chgData name="Sascha Ellmer" userId="b63f7f88-8c5a-4bb9-abf3-01dfadaf97ca" providerId="ADAL" clId="{97E4BF4B-3C2E-40F2-A2D8-C33E8224DEFD}" dt="2026-10-15T16:01:37.473" v="17" actId="790"/>
        <pc:sldMkLst>
          <pc:docMk/>
          <pc:sldMk cId="2607697419" sldId="2147483645"/>
        </pc:sldMkLst>
        <pc:spChg chg="mod">
          <ac:chgData name="Sascha Ellmer" userId="b63f7f88-8c5a-4bb9-abf3-01dfadaf97ca" providerId="ADAL" clId="{97E4BF4B-3C2E-40F2-A2D8-C33E8224DEFD}" dt="2026-10-15T16:01:37.473" v="17" actId="790"/>
          <ac:spMkLst>
            <pc:docMk/>
            <pc:sldMk cId="2607697419" sldId="2147483645"/>
            <ac:spMk id="2" creationId="{257C01A6-7D47-0EB4-92AD-3D846596C17F}"/>
          </ac:spMkLst>
        </pc:spChg>
        <pc:spChg chg="mod">
          <ac:chgData name="Sascha Ellmer" userId="b63f7f88-8c5a-4bb9-abf3-01dfadaf97ca" providerId="ADAL" clId="{97E4BF4B-3C2E-40F2-A2D8-C33E8224DEFD}" dt="2026-10-15T16:01:37.473" v="17" actId="790"/>
          <ac:spMkLst>
            <pc:docMk/>
            <pc:sldMk cId="2607697419" sldId="2147483645"/>
            <ac:spMk id="3" creationId="{6BD5A3FC-6433-0F91-25A0-815DB01688DD}"/>
          </ac:spMkLst>
        </pc:spChg>
      </pc:sldChg>
      <pc:sldChg chg="modSp mod">
        <pc:chgData name="Sascha Ellmer" userId="b63f7f88-8c5a-4bb9-abf3-01dfadaf97ca" providerId="ADAL" clId="{97E4BF4B-3C2E-40F2-A2D8-C33E8224DEFD}" dt="2026-10-15T16:01:37.473" v="17" actId="790"/>
        <pc:sldMkLst>
          <pc:docMk/>
          <pc:sldMk cId="209017699" sldId="2147483646"/>
        </pc:sldMkLst>
        <pc:spChg chg="mod">
          <ac:chgData name="Sascha Ellmer" userId="b63f7f88-8c5a-4bb9-abf3-01dfadaf97ca" providerId="ADAL" clId="{97E4BF4B-3C2E-40F2-A2D8-C33E8224DEFD}" dt="2026-10-15T16:01:37.473" v="17" actId="790"/>
          <ac:spMkLst>
            <pc:docMk/>
            <pc:sldMk cId="209017699" sldId="2147483646"/>
            <ac:spMk id="2" creationId="{73D64BFF-AD81-8453-D2F1-6A72E521996A}"/>
          </ac:spMkLst>
        </pc:spChg>
        <pc:spChg chg="mod">
          <ac:chgData name="Sascha Ellmer" userId="b63f7f88-8c5a-4bb9-abf3-01dfadaf97ca" providerId="ADAL" clId="{97E4BF4B-3C2E-40F2-A2D8-C33E8224DEFD}" dt="2026-10-15T16:01:37.473" v="17" actId="790"/>
          <ac:spMkLst>
            <pc:docMk/>
            <pc:sldMk cId="209017699" sldId="2147483646"/>
            <ac:spMk id="3" creationId="{98FB1B7C-1750-8083-2EB0-5C9E30AE3083}"/>
          </ac:spMkLst>
        </pc:spChg>
        <pc:spChg chg="mod">
          <ac:chgData name="Sascha Ellmer" userId="b63f7f88-8c5a-4bb9-abf3-01dfadaf97ca" providerId="ADAL" clId="{97E4BF4B-3C2E-40F2-A2D8-C33E8224DEFD}" dt="2026-10-15T16:01:37.473" v="17" actId="790"/>
          <ac:spMkLst>
            <pc:docMk/>
            <pc:sldMk cId="209017699" sldId="2147483646"/>
            <ac:spMk id="11" creationId="{820D4EA0-66B7-4863-D13E-848DC5E3654E}"/>
          </ac:spMkLst>
        </pc:spChg>
        <pc:spChg chg="mod">
          <ac:chgData name="Sascha Ellmer" userId="b63f7f88-8c5a-4bb9-abf3-01dfadaf97ca" providerId="ADAL" clId="{97E4BF4B-3C2E-40F2-A2D8-C33E8224DEFD}" dt="2026-10-15T16:01:37.473" v="17" actId="790"/>
          <ac:spMkLst>
            <pc:docMk/>
            <pc:sldMk cId="209017699" sldId="2147483646"/>
            <ac:spMk id="12" creationId="{93C48AE5-E2BB-C621-F6A4-AB9F51A0F5EA}"/>
          </ac:spMkLst>
        </pc:spChg>
        <pc:spChg chg="mod">
          <ac:chgData name="Sascha Ellmer" userId="b63f7f88-8c5a-4bb9-abf3-01dfadaf97ca" providerId="ADAL" clId="{97E4BF4B-3C2E-40F2-A2D8-C33E8224DEFD}" dt="2026-10-15T16:01:37.473" v="17" actId="790"/>
          <ac:spMkLst>
            <pc:docMk/>
            <pc:sldMk cId="209017699" sldId="2147483646"/>
            <ac:spMk id="14" creationId="{8058C2D9-57D7-5F46-91F6-D2786C96FDE1}"/>
          </ac:spMkLst>
        </pc:spChg>
        <pc:spChg chg="mod">
          <ac:chgData name="Sascha Ellmer" userId="b63f7f88-8c5a-4bb9-abf3-01dfadaf97ca" providerId="ADAL" clId="{97E4BF4B-3C2E-40F2-A2D8-C33E8224DEFD}" dt="2026-10-15T16:01:37.473" v="17" actId="790"/>
          <ac:spMkLst>
            <pc:docMk/>
            <pc:sldMk cId="209017699" sldId="2147483646"/>
            <ac:spMk id="27" creationId="{87258EDA-1FDD-9433-A994-F3E1CF656E86}"/>
          </ac:spMkLst>
        </pc:spChg>
        <pc:spChg chg="mod">
          <ac:chgData name="Sascha Ellmer" userId="b63f7f88-8c5a-4bb9-abf3-01dfadaf97ca" providerId="ADAL" clId="{97E4BF4B-3C2E-40F2-A2D8-C33E8224DEFD}" dt="2026-10-15T16:01:37.473" v="17" actId="790"/>
          <ac:spMkLst>
            <pc:docMk/>
            <pc:sldMk cId="209017699" sldId="2147483646"/>
            <ac:spMk id="29" creationId="{505F0FCE-ECD4-019E-B4A7-F4A2DE56E160}"/>
          </ac:spMkLst>
        </pc:spChg>
      </pc:sldChg>
      <pc:sldChg chg="modSp mod">
        <pc:chgData name="Sascha Ellmer" userId="b63f7f88-8c5a-4bb9-abf3-01dfadaf97ca" providerId="ADAL" clId="{97E4BF4B-3C2E-40F2-A2D8-C33E8224DEFD}" dt="2026-10-15T16:01:37.473" v="17" actId="790"/>
        <pc:sldMkLst>
          <pc:docMk/>
          <pc:sldMk cId="2167086006" sldId="2147483647"/>
        </pc:sldMkLst>
        <pc:spChg chg="mod">
          <ac:chgData name="Sascha Ellmer" userId="b63f7f88-8c5a-4bb9-abf3-01dfadaf97ca" providerId="ADAL" clId="{97E4BF4B-3C2E-40F2-A2D8-C33E8224DEFD}" dt="2026-10-15T16:01:37.473" v="17" actId="790"/>
          <ac:spMkLst>
            <pc:docMk/>
            <pc:sldMk cId="2167086006" sldId="2147483647"/>
            <ac:spMk id="2" creationId="{E05DA9C7-B339-6957-CC8C-8C115C92D880}"/>
          </ac:spMkLst>
        </pc:spChg>
        <pc:spChg chg="mod">
          <ac:chgData name="Sascha Ellmer" userId="b63f7f88-8c5a-4bb9-abf3-01dfadaf97ca" providerId="ADAL" clId="{97E4BF4B-3C2E-40F2-A2D8-C33E8224DEFD}" dt="2026-10-15T16:01:37.473" v="17" actId="790"/>
          <ac:spMkLst>
            <pc:docMk/>
            <pc:sldMk cId="2167086006" sldId="2147483647"/>
            <ac:spMk id="3" creationId="{7F814A55-A547-267D-365C-B2E1E910B82E}"/>
          </ac:spMkLst>
        </pc:spChg>
        <pc:spChg chg="mod">
          <ac:chgData name="Sascha Ellmer" userId="b63f7f88-8c5a-4bb9-abf3-01dfadaf97ca" providerId="ADAL" clId="{97E4BF4B-3C2E-40F2-A2D8-C33E8224DEFD}" dt="2026-10-15T16:01:37.473" v="17" actId="790"/>
          <ac:spMkLst>
            <pc:docMk/>
            <pc:sldMk cId="2167086006" sldId="2147483647"/>
            <ac:spMk id="11" creationId="{59579851-C510-A445-59B7-B89661F7E392}"/>
          </ac:spMkLst>
        </pc:spChg>
      </pc:sldChg>
    </pc:docChg>
  </pc:docChgLst>
  <pc:docChgLst>
    <pc:chgData name="Adin Oezder" userId="S::adin.oezder@bct-technology.com::39a2a02c-9d04-459b-acd8-a40324188de9" providerId="AD" clId="Web-{B50EB9B9-21AB-461C-8450-252B32ADF6F2}"/>
    <pc:docChg chg="modSld">
      <pc:chgData name="Adin Oezder" userId="S::adin.oezder@bct-technology.com::39a2a02c-9d04-459b-acd8-a40324188de9" providerId="AD" clId="Web-{B50EB9B9-21AB-461C-8450-252B32ADF6F2}" dt="2026-10-16T09:05:48.129" v="21"/>
      <pc:docMkLst>
        <pc:docMk/>
      </pc:docMkLst>
      <pc:sldChg chg="modNotes">
        <pc:chgData name="Adin Oezder" userId="S::adin.oezder@bct-technology.com::39a2a02c-9d04-459b-acd8-a40324188de9" providerId="AD" clId="Web-{B50EB9B9-21AB-461C-8450-252B32ADF6F2}" dt="2026-10-16T08:49:41.839" v="4"/>
        <pc:sldMkLst>
          <pc:docMk/>
          <pc:sldMk cId="2395222804" sldId="256"/>
        </pc:sldMkLst>
      </pc:sldChg>
      <pc:sldChg chg="modNotes">
        <pc:chgData name="Adin Oezder" userId="S::adin.oezder@bct-technology.com::39a2a02c-9d04-459b-acd8-a40324188de9" providerId="AD" clId="Web-{B50EB9B9-21AB-461C-8450-252B32ADF6F2}" dt="2026-10-16T08:46:18.399" v="2"/>
        <pc:sldMkLst>
          <pc:docMk/>
          <pc:sldMk cId="2211776005" sldId="257"/>
        </pc:sldMkLst>
      </pc:sldChg>
      <pc:sldChg chg="modNotes">
        <pc:chgData name="Adin Oezder" userId="S::adin.oezder@bct-technology.com::39a2a02c-9d04-459b-acd8-a40324188de9" providerId="AD" clId="Web-{B50EB9B9-21AB-461C-8450-252B32ADF6F2}" dt="2026-10-16T08:54:32.107" v="14"/>
        <pc:sldMkLst>
          <pc:docMk/>
          <pc:sldMk cId="2233690681" sldId="259"/>
        </pc:sldMkLst>
      </pc:sldChg>
      <pc:sldChg chg="modNotes">
        <pc:chgData name="Adin Oezder" userId="S::adin.oezder@bct-technology.com::39a2a02c-9d04-459b-acd8-a40324188de9" providerId="AD" clId="Web-{B50EB9B9-21AB-461C-8450-252B32ADF6F2}" dt="2026-10-16T09:05:48.129" v="21"/>
        <pc:sldMkLst>
          <pc:docMk/>
          <pc:sldMk cId="974686857" sldId="260"/>
        </pc:sldMkLst>
      </pc:sldChg>
      <pc:sldChg chg="modNotes">
        <pc:chgData name="Adin Oezder" userId="S::adin.oezder@bct-technology.com::39a2a02c-9d04-459b-acd8-a40324188de9" providerId="AD" clId="Web-{B50EB9B9-21AB-461C-8450-252B32ADF6F2}" dt="2026-10-16T08:45:41.805" v="1"/>
        <pc:sldMkLst>
          <pc:docMk/>
          <pc:sldMk cId="2567304991" sldId="214748363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CF9E14E-C7C6-C3D4-0188-6E39983B27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844208EF-B738-145A-444C-D74FD445E58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05D5FE-E536-4974-9C8F-830848AE7255}" type="datetimeFigureOut">
              <a:rPr lang="de-DE" smtClean="0"/>
              <a:t>16.10.2026</a:t>
            </a:fld>
            <a:endParaRPr lang="de-DE"/>
          </a:p>
        </p:txBody>
      </p:sp>
      <p:sp>
        <p:nvSpPr>
          <p:cNvPr id="4" name="Fußzeilenplatzhalter 3">
            <a:extLst>
              <a:ext uri="{FF2B5EF4-FFF2-40B4-BE49-F238E27FC236}">
                <a16:creationId xmlns:a16="http://schemas.microsoft.com/office/drawing/2014/main" id="{AC5996A3-6266-45E8-2C12-3EA063A118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AB4A4A2D-6A75-5CA7-21B1-27E6FA2FAD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6023B30-EBAF-48BC-8F15-724987D04FB0}" type="slidenum">
              <a:rPr lang="de-DE" smtClean="0"/>
              <a:t>‹#›</a:t>
            </a:fld>
            <a:endParaRPr lang="de-DE"/>
          </a:p>
        </p:txBody>
      </p:sp>
    </p:spTree>
    <p:extLst>
      <p:ext uri="{BB962C8B-B14F-4D97-AF65-F5344CB8AC3E}">
        <p14:creationId xmlns:p14="http://schemas.microsoft.com/office/powerpoint/2010/main" val="389915210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C63E96-A8DD-4A62-B364-5FBC163F26DC}" type="datetimeFigureOut">
              <a:rPr lang="de-DE" smtClean="0"/>
              <a:t>16.10.2026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BE2F32-3002-47E2-A7EE-8B312AD84E94}" type="slidenum">
              <a:rPr lang="de-DE" smtClean="0"/>
              <a:t>‹#›</a:t>
            </a:fld>
            <a:endParaRPr lang="de-DE"/>
          </a:p>
        </p:txBody>
      </p:sp>
    </p:spTree>
    <p:extLst>
      <p:ext uri="{BB962C8B-B14F-4D97-AF65-F5344CB8AC3E}">
        <p14:creationId xmlns:p14="http://schemas.microsoft.com/office/powerpoint/2010/main" val="317119813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Hello everyone!</a:t>
            </a:r>
          </a:p>
          <a:p>
            <a:r>
              <a:rPr lang="en-US"/>
              <a:t> </a:t>
            </a:r>
          </a:p>
          <a:p>
            <a:r>
              <a:rPr lang="en-US"/>
              <a:t>We are happy to be here again this year at the Black Forest Hackathon.</a:t>
            </a:r>
            <a:endParaRPr lang="de-DE"/>
          </a:p>
          <a:p>
            <a:endParaRPr lang="en-US"/>
          </a:p>
          <a:p>
            <a:endParaRPr lang="en-US">
              <a:latin typeface="Calibri"/>
              <a:ea typeface="Calibri"/>
              <a:cs typeface="Calibri"/>
            </a:endParaRPr>
          </a:p>
        </p:txBody>
      </p:sp>
    </p:spTree>
    <p:extLst>
      <p:ext uri="{BB962C8B-B14F-4D97-AF65-F5344CB8AC3E}">
        <p14:creationId xmlns:p14="http://schemas.microsoft.com/office/powerpoint/2010/main" val="1003231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My name is Adin Özder, and I work in Sales at BCT.</a:t>
            </a:r>
            <a:endParaRPr lang="de-DE"/>
          </a:p>
        </p:txBody>
      </p:sp>
    </p:spTree>
    <p:extLst>
      <p:ext uri="{BB962C8B-B14F-4D97-AF65-F5344CB8AC3E}">
        <p14:creationId xmlns:p14="http://schemas.microsoft.com/office/powerpoint/2010/main" val="1874831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These are our other colleagues.</a:t>
            </a:r>
            <a:endParaRPr lang="de-DE"/>
          </a:p>
          <a:p>
            <a:r>
              <a:rPr lang="en-US"/>
              <a:t>If you have any questions, feel free to ask us anytime.</a:t>
            </a:r>
            <a:endParaRPr lang="de-DE"/>
          </a:p>
          <a:p>
            <a:endParaRPr lang="en-US"/>
          </a:p>
          <a:p>
            <a:endParaRPr lang="en-US">
              <a:latin typeface="Calibri"/>
              <a:ea typeface="Calibri"/>
              <a:cs typeface="Calibri"/>
            </a:endParaRPr>
          </a:p>
        </p:txBody>
      </p:sp>
    </p:spTree>
    <p:extLst>
      <p:ext uri="{BB962C8B-B14F-4D97-AF65-F5344CB8AC3E}">
        <p14:creationId xmlns:p14="http://schemas.microsoft.com/office/powerpoint/2010/main" val="2325190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Before we start, a few words about BCT.</a:t>
            </a:r>
          </a:p>
          <a:p>
            <a:r>
              <a:rPr lang="de-DE"/>
              <a:t>BCT is part of the Badische Stahlwerke Group in Kehl, Germany.</a:t>
            </a:r>
          </a:p>
          <a:p>
            <a:r>
              <a:rPr lang="de-DE"/>
              <a:t>Badische Stahlwerke is one of the largest steel producers in Europe.</a:t>
            </a:r>
          </a:p>
          <a:p>
            <a:r>
              <a:rPr lang="de-DE"/>
              <a:t>They produce around 2 million tons of steel every year.</a:t>
            </a:r>
          </a:p>
          <a:p>
            <a:r>
              <a:rPr lang="de-DE"/>
              <a:t>The group has around 1,300 employees and 12 different companies.</a:t>
            </a:r>
          </a:p>
          <a:p>
            <a:endParaRPr lang="de-DE"/>
          </a:p>
          <a:p>
            <a:endParaRPr lang="de-DE"/>
          </a:p>
          <a:p>
            <a:endParaRPr lang="de-DE"/>
          </a:p>
        </p:txBody>
      </p:sp>
      <p:sp>
        <p:nvSpPr>
          <p:cNvPr id="4" name="Foliennummernplatzhalter 3"/>
          <p:cNvSpPr>
            <a:spLocks noGrp="1"/>
          </p:cNvSpPr>
          <p:nvPr>
            <p:ph type="sldNum" sz="quarter" idx="5"/>
          </p:nvPr>
        </p:nvSpPr>
        <p:spPr/>
        <p:txBody>
          <a:bodyPr/>
          <a:lstStyle/>
          <a:p>
            <a:fld id="{DBBE2F32-3002-47E2-A7EE-8B312AD84E94}" type="slidenum">
              <a:rPr lang="de-DE" smtClean="0"/>
              <a:t>4</a:t>
            </a:fld>
            <a:endParaRPr lang="de-DE"/>
          </a:p>
        </p:txBody>
      </p:sp>
    </p:spTree>
    <p:extLst>
      <p:ext uri="{BB962C8B-B14F-4D97-AF65-F5344CB8AC3E}">
        <p14:creationId xmlns:p14="http://schemas.microsoft.com/office/powerpoint/2010/main" val="3538808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BCT </a:t>
            </a:r>
            <a:r>
              <a:rPr lang="de-DE" err="1"/>
              <a:t>is</a:t>
            </a:r>
            <a:r>
              <a:rPr lang="de-DE"/>
              <a:t> </a:t>
            </a:r>
            <a:r>
              <a:rPr lang="de-DE" err="1"/>
              <a:t>one</a:t>
            </a:r>
            <a:r>
              <a:rPr lang="de-DE"/>
              <a:t> of the </a:t>
            </a:r>
            <a:r>
              <a:rPr lang="de-DE" err="1"/>
              <a:t>largest</a:t>
            </a:r>
            <a:r>
              <a:rPr lang="de-DE"/>
              <a:t> </a:t>
            </a:r>
            <a:r>
              <a:rPr lang="de-DE" err="1"/>
              <a:t>partners</a:t>
            </a:r>
            <a:r>
              <a:rPr lang="de-DE"/>
              <a:t> of Siemens Digital Industries Software.</a:t>
            </a:r>
          </a:p>
          <a:p>
            <a:r>
              <a:rPr lang="de-DE" err="1"/>
              <a:t>We</a:t>
            </a:r>
            <a:r>
              <a:rPr lang="de-DE"/>
              <a:t> </a:t>
            </a:r>
            <a:r>
              <a:rPr lang="de-DE" err="1"/>
              <a:t>sell</a:t>
            </a:r>
            <a:r>
              <a:rPr lang="de-DE"/>
              <a:t> and </a:t>
            </a:r>
            <a:r>
              <a:rPr lang="de-DE" err="1"/>
              <a:t>implement</a:t>
            </a:r>
            <a:r>
              <a:rPr lang="de-DE"/>
              <a:t> Siemens </a:t>
            </a:r>
            <a:r>
              <a:rPr lang="de-DE" err="1"/>
              <a:t>software</a:t>
            </a:r>
            <a:r>
              <a:rPr lang="de-DE"/>
              <a:t>, and </a:t>
            </a:r>
            <a:r>
              <a:rPr lang="de-DE" err="1"/>
              <a:t>we</a:t>
            </a:r>
            <a:r>
              <a:rPr lang="de-DE"/>
              <a:t> support </a:t>
            </a:r>
            <a:r>
              <a:rPr lang="de-DE" err="1"/>
              <a:t>companies</a:t>
            </a:r>
            <a:r>
              <a:rPr lang="de-DE"/>
              <a:t> on </a:t>
            </a:r>
            <a:r>
              <a:rPr lang="de-DE" err="1"/>
              <a:t>their</a:t>
            </a:r>
            <a:r>
              <a:rPr lang="de-DE"/>
              <a:t> digital </a:t>
            </a:r>
            <a:r>
              <a:rPr lang="de-DE" err="1"/>
              <a:t>journey</a:t>
            </a:r>
            <a:r>
              <a:rPr lang="de-DE"/>
              <a:t>.</a:t>
            </a:r>
          </a:p>
          <a:p>
            <a:r>
              <a:rPr lang="de-DE" err="1"/>
              <a:t>Our</a:t>
            </a:r>
            <a:r>
              <a:rPr lang="de-DE"/>
              <a:t> </a:t>
            </a:r>
            <a:r>
              <a:rPr lang="de-DE" err="1"/>
              <a:t>main</a:t>
            </a:r>
            <a:r>
              <a:rPr lang="de-DE"/>
              <a:t> </a:t>
            </a:r>
            <a:r>
              <a:rPr lang="de-DE" err="1"/>
              <a:t>focus</a:t>
            </a:r>
            <a:r>
              <a:rPr lang="de-DE"/>
              <a:t> </a:t>
            </a:r>
            <a:r>
              <a:rPr lang="de-DE" err="1"/>
              <a:t>is</a:t>
            </a:r>
            <a:r>
              <a:rPr lang="de-DE"/>
              <a:t> on </a:t>
            </a:r>
            <a:r>
              <a:rPr lang="de-DE" err="1"/>
              <a:t>mechanical</a:t>
            </a:r>
            <a:r>
              <a:rPr lang="de-DE"/>
              <a:t> and </a:t>
            </a:r>
            <a:r>
              <a:rPr lang="de-DE" err="1"/>
              <a:t>electronics</a:t>
            </a:r>
            <a:r>
              <a:rPr lang="de-DE"/>
              <a:t> </a:t>
            </a:r>
            <a:r>
              <a:rPr lang="de-DE" err="1"/>
              <a:t>engineering</a:t>
            </a:r>
            <a:r>
              <a:rPr lang="de-DE"/>
              <a:t>.</a:t>
            </a:r>
          </a:p>
          <a:p>
            <a:r>
              <a:rPr lang="de-DE" err="1"/>
              <a:t>We</a:t>
            </a:r>
            <a:r>
              <a:rPr lang="de-DE"/>
              <a:t> also </a:t>
            </a:r>
            <a:r>
              <a:rPr lang="de-DE" err="1"/>
              <a:t>develop</a:t>
            </a:r>
            <a:r>
              <a:rPr lang="de-DE"/>
              <a:t> and </a:t>
            </a:r>
            <a:r>
              <a:rPr lang="de-DE" err="1"/>
              <a:t>sell</a:t>
            </a:r>
            <a:r>
              <a:rPr lang="de-DE"/>
              <a:t> </a:t>
            </a:r>
            <a:r>
              <a:rPr lang="de-DE" err="1"/>
              <a:t>our</a:t>
            </a:r>
            <a:r>
              <a:rPr lang="de-DE"/>
              <a:t> own </a:t>
            </a:r>
            <a:r>
              <a:rPr lang="de-DE" err="1"/>
              <a:t>software</a:t>
            </a:r>
            <a:r>
              <a:rPr lang="de-DE"/>
              <a:t> </a:t>
            </a:r>
            <a:r>
              <a:rPr lang="de-DE" err="1"/>
              <a:t>solutions</a:t>
            </a:r>
            <a:r>
              <a:rPr lang="de-DE"/>
              <a:t>.</a:t>
            </a:r>
          </a:p>
          <a:p>
            <a:r>
              <a:rPr lang="de-DE" err="1"/>
              <a:t>We</a:t>
            </a:r>
            <a:r>
              <a:rPr lang="de-DE"/>
              <a:t> </a:t>
            </a:r>
            <a:r>
              <a:rPr lang="de-DE" err="1"/>
              <a:t>have</a:t>
            </a:r>
            <a:r>
              <a:rPr lang="de-DE"/>
              <a:t> </a:t>
            </a:r>
            <a:r>
              <a:rPr lang="de-DE" err="1"/>
              <a:t>over</a:t>
            </a:r>
            <a:r>
              <a:rPr lang="de-DE"/>
              <a:t> 35 </a:t>
            </a:r>
            <a:r>
              <a:rPr lang="de-DE" err="1"/>
              <a:t>years</a:t>
            </a:r>
            <a:r>
              <a:rPr lang="de-DE"/>
              <a:t> of </a:t>
            </a:r>
            <a:r>
              <a:rPr lang="de-DE" err="1"/>
              <a:t>experience</a:t>
            </a:r>
            <a:r>
              <a:rPr lang="de-DE"/>
              <a:t> and </a:t>
            </a:r>
            <a:r>
              <a:rPr lang="de-DE" err="1"/>
              <a:t>more</a:t>
            </a:r>
            <a:r>
              <a:rPr lang="de-DE"/>
              <a:t> </a:t>
            </a:r>
            <a:r>
              <a:rPr lang="de-DE" err="1"/>
              <a:t>than</a:t>
            </a:r>
            <a:r>
              <a:rPr lang="de-DE"/>
              <a:t> 100 </a:t>
            </a:r>
            <a:r>
              <a:rPr lang="de-DE" err="1"/>
              <a:t>employees</a:t>
            </a:r>
            <a:r>
              <a:rPr lang="de-DE"/>
              <a:t>, and </a:t>
            </a:r>
            <a:r>
              <a:rPr lang="de-DE" err="1"/>
              <a:t>we</a:t>
            </a:r>
            <a:r>
              <a:rPr lang="de-DE"/>
              <a:t> support </a:t>
            </a:r>
            <a:r>
              <a:rPr lang="de-DE" err="1"/>
              <a:t>over</a:t>
            </a:r>
            <a:r>
              <a:rPr lang="de-DE"/>
              <a:t> 600 </a:t>
            </a:r>
            <a:r>
              <a:rPr lang="de-DE" err="1"/>
              <a:t>customers</a:t>
            </a:r>
            <a:r>
              <a:rPr lang="de-DE"/>
              <a:t> </a:t>
            </a:r>
            <a:r>
              <a:rPr lang="de-DE" err="1"/>
              <a:t>worldwide</a:t>
            </a:r>
            <a:r>
              <a:rPr lang="de-DE"/>
              <a:t>.</a:t>
            </a:r>
          </a:p>
        </p:txBody>
      </p:sp>
    </p:spTree>
    <p:extLst>
      <p:ext uri="{BB962C8B-B14F-4D97-AF65-F5344CB8AC3E}">
        <p14:creationId xmlns:p14="http://schemas.microsoft.com/office/powerpoint/2010/main" val="887288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PW</a:t>
            </a:r>
          </a:p>
        </p:txBody>
      </p:sp>
      <p:sp>
        <p:nvSpPr>
          <p:cNvPr id="4" name="Foliennummernplatzhalter 3"/>
          <p:cNvSpPr>
            <a:spLocks noGrp="1"/>
          </p:cNvSpPr>
          <p:nvPr>
            <p:ph type="sldNum" sz="quarter" idx="5"/>
          </p:nvPr>
        </p:nvSpPr>
        <p:spPr/>
        <p:txBody>
          <a:bodyPr/>
          <a:lstStyle/>
          <a:p>
            <a:fld id="{DBBE2F32-3002-47E2-A7EE-8B312AD84E94}" type="slidenum">
              <a:rPr lang="de-DE" smtClean="0"/>
              <a:t>6</a:t>
            </a:fld>
            <a:endParaRPr lang="de-DE"/>
          </a:p>
        </p:txBody>
      </p:sp>
    </p:spTree>
    <p:extLst>
      <p:ext uri="{BB962C8B-B14F-4D97-AF65-F5344CB8AC3E}">
        <p14:creationId xmlns:p14="http://schemas.microsoft.com/office/powerpoint/2010/main" val="1924203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Now let's move on to the challenge: Drawing2CAD. Generating 3D models from a drawing.</a:t>
            </a:r>
          </a:p>
        </p:txBody>
      </p:sp>
    </p:spTree>
    <p:extLst>
      <p:ext uri="{BB962C8B-B14F-4D97-AF65-F5344CB8AC3E}">
        <p14:creationId xmlns:p14="http://schemas.microsoft.com/office/powerpoint/2010/main" val="2493971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First of all, why did we decide to take on this challenge? Many companies only have old 2D drawings available as scans or PDFs. Or they receive only 2D drawings from suppliers but need the 3D model to make changes. The solution used so far has been reconstruction. This is very time-consuming and can lead to errors due to manual data transfer.</a:t>
            </a:r>
          </a:p>
        </p:txBody>
      </p:sp>
    </p:spTree>
    <p:extLst>
      <p:ext uri="{BB962C8B-B14F-4D97-AF65-F5344CB8AC3E}">
        <p14:creationId xmlns:p14="http://schemas.microsoft.com/office/powerpoint/2010/main" val="2212112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44946-C2C0-8254-2571-29F08A3EB96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BF72C3C-D83D-E76E-EF0D-7E5E00E87D3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F8BE67A-0858-BA85-4FA8-04E8259EE9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EBFD"/>
              </a:buClr>
              <a:buSzTx/>
              <a:buFont typeface="+mj-lt"/>
              <a:buNone/>
              <a:tabLst/>
              <a:defRPr/>
            </a:pPr>
            <a:r>
              <a:rPr lang="en-US"/>
              <a:t>The challenge now is to develop a prototype. First the 2D drawing must be analyzed automatically. The next step is to identify contours, dimensions, holes, geometric features, and notes—in other words, all the necessary information on the drawing. A 3D model should then be generated from this data. It is very important to flag any missing information so that the designer can review and correct it.</a:t>
            </a:r>
          </a:p>
          <a:p>
            <a:pPr marL="0" marR="0" lvl="0" indent="0" algn="l" defTabSz="914400" rtl="0" eaLnBrk="1" fontAlgn="auto" latinLnBrk="0" hangingPunct="1">
              <a:lnSpc>
                <a:spcPct val="100000"/>
              </a:lnSpc>
              <a:spcBef>
                <a:spcPts val="0"/>
              </a:spcBef>
              <a:spcAft>
                <a:spcPts val="0"/>
              </a:spcAft>
              <a:buClr>
                <a:srgbClr val="00EBFD"/>
              </a:buClr>
              <a:buSzTx/>
              <a:buFont typeface="+mj-lt"/>
              <a:buNone/>
              <a:tabLst/>
              <a:defRPr/>
            </a:pPr>
            <a:endParaRPr lang="en-US"/>
          </a:p>
        </p:txBody>
      </p:sp>
    </p:spTree>
    <p:extLst>
      <p:ext uri="{BB962C8B-B14F-4D97-AF65-F5344CB8AC3E}">
        <p14:creationId xmlns:p14="http://schemas.microsoft.com/office/powerpoint/2010/main" val="2438979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044D0-A444-8DDE-AF73-51F8B992C6B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2FD88C4-6408-D46C-1BE0-C6E50AE6E06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D44B325-3A70-B866-BF27-985D340BFD31}"/>
              </a:ext>
            </a:extLst>
          </p:cNvPr>
          <p:cNvSpPr>
            <a:spLocks noGrp="1"/>
          </p:cNvSpPr>
          <p:nvPr>
            <p:ph type="body" idx="1"/>
          </p:nvPr>
        </p:nvSpPr>
        <p:spPr/>
        <p:txBody>
          <a:bodyPr/>
          <a:lstStyle/>
          <a:p>
            <a:r>
              <a:rPr lang="en-US"/>
              <a:t>Of course, we’ll provide you with many 2D PDF drawings as input, from which a 3D model is to be generated. To go along with the 2D drawings, there’s also a finished 3D model so you can compare the results with the data. We have no requirements regarding which CAD system you use—or even whether you use one at all.</a:t>
            </a:r>
          </a:p>
        </p:txBody>
      </p:sp>
    </p:spTree>
    <p:extLst>
      <p:ext uri="{BB962C8B-B14F-4D97-AF65-F5344CB8AC3E}">
        <p14:creationId xmlns:p14="http://schemas.microsoft.com/office/powerpoint/2010/main" val="1012106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8541B-CAA4-ECC4-8609-65A28885BAE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14AB8A4-6FB8-4B65-C441-387DAD0F59B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DE7CD91-1839-0B3E-723B-6B081D584B9B}"/>
              </a:ext>
            </a:extLst>
          </p:cNvPr>
          <p:cNvSpPr>
            <a:spLocks noGrp="1"/>
          </p:cNvSpPr>
          <p:nvPr>
            <p:ph type="body" idx="1"/>
          </p:nvPr>
        </p:nvSpPr>
        <p:spPr/>
        <p:txBody>
          <a:bodyPr/>
          <a:lstStyle/>
          <a:p>
            <a:r>
              <a:rPr lang="en-US"/>
              <a:t>We've summarized the challenge again as milestones. First, a 2D drawing is uploaded and analyzed. All information in the drawing must be interpreted correctly. A 3D model—for example, in STEP format—must then be derived from it. Unclear information should be highlighted using colors, PMIs, or other methods. The goal is then to derive accurate 3D models from the sample data.</a:t>
            </a:r>
          </a:p>
          <a:p>
            <a:endParaRPr lang="en-US"/>
          </a:p>
        </p:txBody>
      </p:sp>
    </p:spTree>
    <p:extLst>
      <p:ext uri="{BB962C8B-B14F-4D97-AF65-F5344CB8AC3E}">
        <p14:creationId xmlns:p14="http://schemas.microsoft.com/office/powerpoint/2010/main" val="2471563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If a team completes the challenge very quickly, we have an additional task that can be carried out. This involves preparing the 3D model for manufacturing. For this, models designed with center tolerances are required. Therefore, in addition to the nominal dimensions, the tolerances must also be extracted, and the model’s results must be compared with all dimensions and tolerances.</a:t>
            </a:r>
          </a:p>
        </p:txBody>
      </p:sp>
    </p:spTree>
    <p:extLst>
      <p:ext uri="{BB962C8B-B14F-4D97-AF65-F5344CB8AC3E}">
        <p14:creationId xmlns:p14="http://schemas.microsoft.com/office/powerpoint/2010/main" val="17954817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sv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svg"/><Relationship Id="rId1" Type="http://schemas.openxmlformats.org/officeDocument/2006/relationships/slideMaster" Target="../slideMasters/slideMaster1.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 Id="rId9" Type="http://schemas.openxmlformats.org/officeDocument/2006/relationships/image" Target="../media/image24.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Master" Target="../slideMasters/slideMaster2.xml"/><Relationship Id="rId5" Type="http://schemas.openxmlformats.org/officeDocument/2006/relationships/image" Target="../media/image32.svg"/><Relationship Id="rId4" Type="http://schemas.openxmlformats.org/officeDocument/2006/relationships/image" Target="../media/image31.sv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Master" Target="../slideMasters/slideMaster2.xml"/><Relationship Id="rId5" Type="http://schemas.openxmlformats.org/officeDocument/2006/relationships/image" Target="../media/image32.svg"/><Relationship Id="rId4" Type="http://schemas.openxmlformats.org/officeDocument/2006/relationships/image" Target="../media/image31.sv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Master" Target="../slideMasters/slideMaster2.xml"/><Relationship Id="rId5" Type="http://schemas.openxmlformats.org/officeDocument/2006/relationships/image" Target="../media/image32.svg"/><Relationship Id="rId4" Type="http://schemas.openxmlformats.org/officeDocument/2006/relationships/image" Target="../media/image3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0_INTRO_Cover_blank">
    <p:bg>
      <p:bgRef idx="1001">
        <a:schemeClr val="bg2"/>
      </p:bgRef>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7008C298-1208-B694-470A-8668583D9E2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26" r="226"/>
          <a:stretch/>
        </p:blipFill>
        <p:spPr>
          <a:xfrm>
            <a:off x="0" y="1"/>
            <a:ext cx="12192000" cy="6888184"/>
          </a:xfrm>
          <a:prstGeom prst="rect">
            <a:avLst/>
          </a:prstGeom>
        </p:spPr>
      </p:pic>
      <p:sp>
        <p:nvSpPr>
          <p:cNvPr id="5" name="Rechteck 4">
            <a:extLst>
              <a:ext uri="{FF2B5EF4-FFF2-40B4-BE49-F238E27FC236}">
                <a16:creationId xmlns:a16="http://schemas.microsoft.com/office/drawing/2014/main" id="{E79BD88E-CF69-A910-8E98-9502BE38C22E}"/>
              </a:ext>
            </a:extLst>
          </p:cNvPr>
          <p:cNvSpPr/>
          <p:nvPr userDrawn="1"/>
        </p:nvSpPr>
        <p:spPr bwMode="auto">
          <a:xfrm>
            <a:off x="9540000" y="6120001"/>
            <a:ext cx="996416" cy="489698"/>
          </a:xfrm>
          <a:prstGeom prst="rect">
            <a:avLst/>
          </a:prstGeom>
          <a:solidFill>
            <a:schemeClr val="bg1"/>
          </a:solidFill>
          <a:ln>
            <a:noFill/>
          </a:ln>
          <a:effectLst/>
        </p:spPr>
        <p:txBody>
          <a:bodyPr wrap="square" lIns="72000" tIns="72000" rIns="72000" bIns="72000" numCol="1" spcCol="72000" rtlCol="0" anchor="ctr">
            <a:noAutofit/>
          </a:bodyPr>
          <a:lstStyle/>
          <a:p>
            <a:pPr algn="ctr">
              <a:lnSpc>
                <a:spcPct val="110000"/>
              </a:lnSpc>
              <a:spcBef>
                <a:spcPct val="0"/>
              </a:spcBef>
              <a:buFont typeface="Wingdings" charset="0"/>
              <a:buNone/>
            </a:pPr>
            <a:endParaRPr lang="de-DE" sz="1401">
              <a:solidFill>
                <a:schemeClr val="bg1"/>
              </a:solidFill>
              <a:latin typeface="+mn-lt"/>
              <a:ea typeface="Arial Unicode MS" panose="020B0604020202020204" pitchFamily="34" charset="-128"/>
              <a:cs typeface="Arial Unicode MS" panose="020B0604020202020204" pitchFamily="34" charset="-128"/>
            </a:endParaRPr>
          </a:p>
        </p:txBody>
      </p:sp>
      <p:pic>
        <p:nvPicPr>
          <p:cNvPr id="6" name="Grafik 5">
            <a:extLst>
              <a:ext uri="{FF2B5EF4-FFF2-40B4-BE49-F238E27FC236}">
                <a16:creationId xmlns:a16="http://schemas.microsoft.com/office/drawing/2014/main" id="{A11C9302-D0BF-13D1-93FC-9B4174CA417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540000" y="6120002"/>
            <a:ext cx="996416" cy="489699"/>
          </a:xfrm>
          <a:prstGeom prst="rect">
            <a:avLst/>
          </a:prstGeom>
        </p:spPr>
      </p:pic>
      <p:pic>
        <p:nvPicPr>
          <p:cNvPr id="7" name="Grafik 6">
            <a:extLst>
              <a:ext uri="{FF2B5EF4-FFF2-40B4-BE49-F238E27FC236}">
                <a16:creationId xmlns:a16="http://schemas.microsoft.com/office/drawing/2014/main" id="{8C45540D-E2A2-7E49-2BC3-0D348085B5B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64000" y="6264000"/>
            <a:ext cx="996126" cy="259920"/>
          </a:xfrm>
          <a:prstGeom prst="rect">
            <a:avLst/>
          </a:prstGeom>
        </p:spPr>
      </p:pic>
      <p:sp>
        <p:nvSpPr>
          <p:cNvPr id="2" name="Fußzeilenplatzhalter 1">
            <a:extLst>
              <a:ext uri="{FF2B5EF4-FFF2-40B4-BE49-F238E27FC236}">
                <a16:creationId xmlns:a16="http://schemas.microsoft.com/office/drawing/2014/main" id="{3FFD895D-49BA-3745-A9F1-3DC8F9F6DBAB}"/>
              </a:ext>
            </a:extLst>
          </p:cNvPr>
          <p:cNvSpPr>
            <a:spLocks noGrp="1"/>
          </p:cNvSpPr>
          <p:nvPr>
            <p:ph type="ftr" sz="quarter" idx="10"/>
          </p:nvPr>
        </p:nvSpPr>
        <p:spPr/>
        <p:txBody>
          <a:bodyPr/>
          <a:lstStyle>
            <a:lvl1pPr>
              <a:defRPr>
                <a:solidFill>
                  <a:schemeClr val="tx1"/>
                </a:solidFill>
              </a:defRPr>
            </a:lvl1pPr>
          </a:lstStyle>
          <a:p>
            <a:pPr defTabSz="914332">
              <a:buClr>
                <a:srgbClr val="009999"/>
              </a:buClr>
            </a:pPr>
            <a:r>
              <a:rPr lang="en-US" kern="0"/>
              <a:t>© BCT Technology AG 2026</a:t>
            </a:r>
          </a:p>
        </p:txBody>
      </p:sp>
    </p:spTree>
    <p:extLst>
      <p:ext uri="{BB962C8B-B14F-4D97-AF65-F5344CB8AC3E}">
        <p14:creationId xmlns:p14="http://schemas.microsoft.com/office/powerpoint/2010/main" val="17986157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8"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3"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4" userDrawn="1">
          <p15:clr>
            <a:srgbClr val="65CEFF"/>
          </p15:clr>
        </p15:guide>
        <p15:guide id="18" orient="horz" pos="4157" userDrawn="1">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0_INTRO_Cover_Titel">
    <p:bg>
      <p:bgRef idx="1001">
        <a:schemeClr val="bg2"/>
      </p:bgRef>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1587928-F4E7-B944-1B3C-88E6F7E1798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26" r="226"/>
          <a:stretch/>
        </p:blipFill>
        <p:spPr>
          <a:xfrm>
            <a:off x="0" y="0"/>
            <a:ext cx="12192000" cy="6858000"/>
          </a:xfrm>
          <a:prstGeom prst="rect">
            <a:avLst/>
          </a:prstGeom>
        </p:spPr>
      </p:pic>
      <p:sp>
        <p:nvSpPr>
          <p:cNvPr id="2" name="Textplatzhalter 12">
            <a:extLst>
              <a:ext uri="{FF2B5EF4-FFF2-40B4-BE49-F238E27FC236}">
                <a16:creationId xmlns:a16="http://schemas.microsoft.com/office/drawing/2014/main" id="{9336E899-83EB-20FF-E22B-224A109DE8B6}"/>
              </a:ext>
            </a:extLst>
          </p:cNvPr>
          <p:cNvSpPr>
            <a:spLocks noGrp="1"/>
          </p:cNvSpPr>
          <p:nvPr>
            <p:ph type="body" sz="quarter" idx="10" hasCustomPrompt="1"/>
          </p:nvPr>
        </p:nvSpPr>
        <p:spPr>
          <a:xfrm>
            <a:off x="0" y="3267076"/>
            <a:ext cx="9944100" cy="2393950"/>
          </a:xfrm>
          <a:solidFill>
            <a:srgbClr val="000028">
              <a:alpha val="65000"/>
            </a:srgbClr>
          </a:solidFill>
        </p:spPr>
        <p:txBody>
          <a:bodyPr lIns="612000" tIns="216000">
            <a:normAutofit/>
          </a:bodyPr>
          <a:lstStyle>
            <a:lvl1pPr>
              <a:defRPr sz="3200" b="1" cap="all" baseline="0">
                <a:solidFill>
                  <a:schemeClr val="tx1"/>
                </a:solidFill>
              </a:defRPr>
            </a:lvl1pPr>
          </a:lstStyle>
          <a:p>
            <a:pPr lvl="0"/>
            <a:r>
              <a:rPr lang="de-DE"/>
              <a:t>Titel mit bis zu 2 </a:t>
            </a:r>
            <a:r>
              <a:rPr lang="de-DE" err="1"/>
              <a:t>zeilen</a:t>
            </a:r>
            <a:r>
              <a:rPr lang="de-DE"/>
              <a:t> </a:t>
            </a:r>
            <a:r>
              <a:rPr lang="de-DE" err="1"/>
              <a:t>Lorem</a:t>
            </a:r>
            <a:r>
              <a:rPr lang="de-DE"/>
              <a:t> </a:t>
            </a:r>
            <a:r>
              <a:rPr lang="de-DE" err="1"/>
              <a:t>ipsum</a:t>
            </a:r>
            <a:r>
              <a:rPr lang="de-DE"/>
              <a:t> </a:t>
            </a:r>
            <a:r>
              <a:rPr lang="de-DE" err="1"/>
              <a:t>dolor</a:t>
            </a:r>
            <a:r>
              <a:rPr lang="de-DE"/>
              <a:t> am</a:t>
            </a:r>
          </a:p>
        </p:txBody>
      </p:sp>
      <p:sp>
        <p:nvSpPr>
          <p:cNvPr id="3" name="Rechteck 2">
            <a:extLst>
              <a:ext uri="{FF2B5EF4-FFF2-40B4-BE49-F238E27FC236}">
                <a16:creationId xmlns:a16="http://schemas.microsoft.com/office/drawing/2014/main" id="{78565781-81D4-70AF-1ABA-1E4E6B9FC8F8}"/>
              </a:ext>
            </a:extLst>
          </p:cNvPr>
          <p:cNvSpPr/>
          <p:nvPr userDrawn="1"/>
        </p:nvSpPr>
        <p:spPr bwMode="auto">
          <a:xfrm>
            <a:off x="9540000" y="6120001"/>
            <a:ext cx="996416" cy="489698"/>
          </a:xfrm>
          <a:prstGeom prst="rect">
            <a:avLst/>
          </a:prstGeom>
          <a:solidFill>
            <a:schemeClr val="bg1"/>
          </a:solidFill>
          <a:ln>
            <a:noFill/>
          </a:ln>
          <a:effectLst/>
        </p:spPr>
        <p:txBody>
          <a:bodyPr wrap="square" lIns="72000" tIns="72000" rIns="72000" bIns="72000" numCol="1" spcCol="72000" rtlCol="0" anchor="ctr">
            <a:noAutofit/>
          </a:bodyPr>
          <a:lstStyle/>
          <a:p>
            <a:pPr algn="ctr">
              <a:lnSpc>
                <a:spcPct val="110000"/>
              </a:lnSpc>
              <a:spcBef>
                <a:spcPct val="0"/>
              </a:spcBef>
              <a:buFont typeface="Wingdings" charset="0"/>
              <a:buNone/>
            </a:pPr>
            <a:endParaRPr lang="de-DE" sz="1401">
              <a:solidFill>
                <a:schemeClr val="bg1"/>
              </a:solidFill>
              <a:latin typeface="+mn-lt"/>
              <a:ea typeface="Arial Unicode MS" panose="020B0604020202020204" pitchFamily="34" charset="-128"/>
              <a:cs typeface="Arial Unicode MS" panose="020B0604020202020204" pitchFamily="34" charset="-128"/>
            </a:endParaRPr>
          </a:p>
        </p:txBody>
      </p:sp>
      <p:pic>
        <p:nvPicPr>
          <p:cNvPr id="5" name="Grafik 4">
            <a:extLst>
              <a:ext uri="{FF2B5EF4-FFF2-40B4-BE49-F238E27FC236}">
                <a16:creationId xmlns:a16="http://schemas.microsoft.com/office/drawing/2014/main" id="{EF40BAD5-7081-FE17-5B61-9AD9583A871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540000" y="6120002"/>
            <a:ext cx="996416" cy="489699"/>
          </a:xfrm>
          <a:prstGeom prst="rect">
            <a:avLst/>
          </a:prstGeom>
        </p:spPr>
      </p:pic>
      <p:pic>
        <p:nvPicPr>
          <p:cNvPr id="6" name="Grafik 5">
            <a:extLst>
              <a:ext uri="{FF2B5EF4-FFF2-40B4-BE49-F238E27FC236}">
                <a16:creationId xmlns:a16="http://schemas.microsoft.com/office/drawing/2014/main" id="{523DB1AD-8122-B413-4E1F-8E75E435018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64000" y="6264000"/>
            <a:ext cx="996126" cy="259920"/>
          </a:xfrm>
          <a:prstGeom prst="rect">
            <a:avLst/>
          </a:prstGeom>
        </p:spPr>
      </p:pic>
      <p:sp>
        <p:nvSpPr>
          <p:cNvPr id="7" name="Fußzeilenplatzhalter 6">
            <a:extLst>
              <a:ext uri="{FF2B5EF4-FFF2-40B4-BE49-F238E27FC236}">
                <a16:creationId xmlns:a16="http://schemas.microsoft.com/office/drawing/2014/main" id="{4BD80FEE-E865-954E-43C9-43ED6DE68C25}"/>
              </a:ext>
            </a:extLst>
          </p:cNvPr>
          <p:cNvSpPr>
            <a:spLocks noGrp="1"/>
          </p:cNvSpPr>
          <p:nvPr>
            <p:ph type="ftr" sz="quarter" idx="11"/>
          </p:nvPr>
        </p:nvSpPr>
        <p:spPr/>
        <p:txBody>
          <a:bodyPr/>
          <a:lstStyle>
            <a:lvl1pPr>
              <a:defRPr>
                <a:solidFill>
                  <a:schemeClr val="tx1"/>
                </a:solidFill>
              </a:defRPr>
            </a:lvl1pPr>
          </a:lstStyle>
          <a:p>
            <a:pPr defTabSz="914332">
              <a:buClr>
                <a:srgbClr val="009999"/>
              </a:buClr>
            </a:pPr>
            <a:r>
              <a:rPr lang="en-US" kern="0"/>
              <a:t>© BCT Technology AG 2026</a:t>
            </a:r>
          </a:p>
        </p:txBody>
      </p:sp>
      <p:sp>
        <p:nvSpPr>
          <p:cNvPr id="8" name="Textplatzhalter 15">
            <a:extLst>
              <a:ext uri="{FF2B5EF4-FFF2-40B4-BE49-F238E27FC236}">
                <a16:creationId xmlns:a16="http://schemas.microsoft.com/office/drawing/2014/main" id="{236926E7-7EA8-07F3-6ADA-DE9F185E644F}"/>
              </a:ext>
            </a:extLst>
          </p:cNvPr>
          <p:cNvSpPr>
            <a:spLocks noGrp="1"/>
          </p:cNvSpPr>
          <p:nvPr>
            <p:ph type="body" sz="quarter" idx="12" hasCustomPrompt="1"/>
          </p:nvPr>
        </p:nvSpPr>
        <p:spPr>
          <a:xfrm>
            <a:off x="707825" y="4724403"/>
            <a:ext cx="8295769" cy="936625"/>
          </a:xfrm>
        </p:spPr>
        <p:txBody>
          <a:bodyPr anchor="b">
            <a:normAutofit/>
          </a:bodyPr>
          <a:lstStyle>
            <a:lvl1pPr>
              <a:defRPr sz="1600">
                <a:solidFill>
                  <a:schemeClr val="tx1"/>
                </a:solidFill>
              </a:defRPr>
            </a:lvl1pPr>
          </a:lstStyle>
          <a:p>
            <a:pPr marL="0" marR="0" lvl="0" indent="0" algn="l" defTabSz="913783" rtl="0" eaLnBrk="1" fontAlgn="auto" latinLnBrk="0" hangingPunct="1">
              <a:lnSpc>
                <a:spcPct val="110000"/>
              </a:lnSpc>
              <a:spcBef>
                <a:spcPts val="0"/>
              </a:spcBef>
              <a:spcAft>
                <a:spcPts val="0"/>
              </a:spcAft>
              <a:buClrTx/>
              <a:buSzTx/>
              <a:buFont typeface="Arial" panose="020B0604020202020204" pitchFamily="34" charset="0"/>
              <a:buNone/>
              <a:tabLst/>
              <a:defRPr/>
            </a:pPr>
            <a:r>
              <a:rPr lang="de-DE" sz="2400">
                <a:latin typeface="+mn-lt"/>
                <a:ea typeface="Arial Unicode MS" panose="020B0604020202020204" pitchFamily="34" charset="-128"/>
                <a:cs typeface="Arial Unicode MS" panose="020B0604020202020204" pitchFamily="34" charset="-128"/>
              </a:rPr>
              <a:t>Unterzeile für Ort, Datum, </a:t>
            </a:r>
            <a:r>
              <a:rPr lang="de-DE" sz="2400" err="1">
                <a:latin typeface="+mn-lt"/>
                <a:ea typeface="Arial Unicode MS" panose="020B0604020202020204" pitchFamily="34" charset="-128"/>
                <a:cs typeface="Arial Unicode MS" panose="020B0604020202020204" pitchFamily="34" charset="-128"/>
              </a:rPr>
              <a:t>ReferentIn</a:t>
            </a:r>
            <a:endParaRPr lang="de-DE" sz="2400">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1486320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8"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3"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4" userDrawn="1">
          <p15:clr>
            <a:srgbClr val="65CEFF"/>
          </p15:clr>
        </p15:guide>
        <p15:guide id="18" orient="horz" pos="4157" userDrawn="1">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INTRO_Cover_blank_darker">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8BBE8D63-89FE-6C52-58A0-1C4826F993F7}"/>
              </a:ext>
            </a:extLst>
          </p:cNvPr>
          <p:cNvPicPr>
            <a:picLocks noChangeAspect="1"/>
          </p:cNvPicPr>
          <p:nvPr userDrawn="1"/>
        </p:nvPicPr>
        <p:blipFill>
          <a:blip r:embed="rId2"/>
          <a:stretch>
            <a:fillRect/>
          </a:stretch>
        </p:blipFill>
        <p:spPr>
          <a:xfrm>
            <a:off x="0" y="-1"/>
            <a:ext cx="12192000" cy="6886167"/>
          </a:xfrm>
          <a:prstGeom prst="rect">
            <a:avLst/>
          </a:prstGeom>
        </p:spPr>
      </p:pic>
      <p:sp>
        <p:nvSpPr>
          <p:cNvPr id="2" name="Textfeld 1">
            <a:extLst>
              <a:ext uri="{FF2B5EF4-FFF2-40B4-BE49-F238E27FC236}">
                <a16:creationId xmlns:a16="http://schemas.microsoft.com/office/drawing/2014/main" id="{06CFBA70-C7BF-38F5-85CC-9F0DFE64B306}"/>
              </a:ext>
            </a:extLst>
          </p:cNvPr>
          <p:cNvSpPr txBox="1"/>
          <p:nvPr userDrawn="1"/>
        </p:nvSpPr>
        <p:spPr>
          <a:xfrm>
            <a:off x="0" y="-1"/>
            <a:ext cx="12192000" cy="6858000"/>
          </a:xfrm>
          <a:prstGeom prst="rect">
            <a:avLst/>
          </a:prstGeom>
          <a:solidFill>
            <a:srgbClr val="001F42">
              <a:alpha val="70000"/>
            </a:srgbClr>
          </a:solidFill>
        </p:spPr>
        <p:txBody>
          <a:bodyPr wrap="square" lIns="0" tIns="0" rIns="0" bIns="0" rtlCol="0">
            <a:noAutofit/>
          </a:bodyPr>
          <a:lstStyle/>
          <a:p>
            <a:pPr algn="l">
              <a:lnSpc>
                <a:spcPct val="110000"/>
              </a:lnSpc>
              <a:spcBef>
                <a:spcPts val="0"/>
              </a:spcBef>
            </a:pPr>
            <a:endParaRPr lang="de-DE" sz="1401">
              <a:solidFill>
                <a:schemeClr val="tx1"/>
              </a:solidFill>
              <a:latin typeface="+mn-lt"/>
              <a:ea typeface="Arial Unicode MS" panose="020B0604020202020204" pitchFamily="34" charset="-128"/>
              <a:cs typeface="Arial Unicode MS" panose="020B0604020202020204" pitchFamily="34" charset="-128"/>
            </a:endParaRPr>
          </a:p>
        </p:txBody>
      </p:sp>
      <p:pic>
        <p:nvPicPr>
          <p:cNvPr id="7" name="Grafik 6">
            <a:extLst>
              <a:ext uri="{FF2B5EF4-FFF2-40B4-BE49-F238E27FC236}">
                <a16:creationId xmlns:a16="http://schemas.microsoft.com/office/drawing/2014/main" id="{53E346FC-76E4-43D1-D6EE-3F884526CA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965" b="965"/>
          <a:stretch/>
        </p:blipFill>
        <p:spPr>
          <a:xfrm>
            <a:off x="8330699" y="333378"/>
            <a:ext cx="3220102" cy="561975"/>
          </a:xfrm>
          <a:prstGeom prst="rect">
            <a:avLst/>
          </a:prstGeom>
        </p:spPr>
      </p:pic>
      <p:sp>
        <p:nvSpPr>
          <p:cNvPr id="4" name="Fußzeilenplatzhalter 6">
            <a:extLst>
              <a:ext uri="{FF2B5EF4-FFF2-40B4-BE49-F238E27FC236}">
                <a16:creationId xmlns:a16="http://schemas.microsoft.com/office/drawing/2014/main" id="{FBF92E77-3E5C-3A66-A3F4-768DE48D36A5}"/>
              </a:ext>
            </a:extLst>
          </p:cNvPr>
          <p:cNvSpPr>
            <a:spLocks noGrp="1"/>
          </p:cNvSpPr>
          <p:nvPr>
            <p:ph type="ftr" sz="quarter" idx="11"/>
          </p:nvPr>
        </p:nvSpPr>
        <p:spPr>
          <a:xfrm>
            <a:off x="359999" y="6393960"/>
            <a:ext cx="2160000" cy="216000"/>
          </a:xfrm>
        </p:spPr>
        <p:txBody>
          <a:bodyPr/>
          <a:lstStyle>
            <a:lvl1pPr>
              <a:defRPr>
                <a:solidFill>
                  <a:schemeClr val="bg1"/>
                </a:solidFill>
              </a:defRPr>
            </a:lvl1pPr>
          </a:lstStyle>
          <a:p>
            <a:pPr defTabSz="914332">
              <a:buClr>
                <a:srgbClr val="009999"/>
              </a:buClr>
            </a:pPr>
            <a:r>
              <a:rPr lang="en-US" kern="0"/>
              <a:t>© BCT Technology AG 2026</a:t>
            </a:r>
          </a:p>
        </p:txBody>
      </p:sp>
    </p:spTree>
    <p:extLst>
      <p:ext uri="{BB962C8B-B14F-4D97-AF65-F5344CB8AC3E}">
        <p14:creationId xmlns:p14="http://schemas.microsoft.com/office/powerpoint/2010/main" val="2118980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INTRO_Cover_Titel_darker">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8BBE8D63-89FE-6C52-58A0-1C4826F993F7}"/>
              </a:ext>
            </a:extLst>
          </p:cNvPr>
          <p:cNvPicPr>
            <a:picLocks noChangeAspect="1"/>
          </p:cNvPicPr>
          <p:nvPr userDrawn="1"/>
        </p:nvPicPr>
        <p:blipFill>
          <a:blip r:embed="rId2"/>
          <a:stretch>
            <a:fillRect/>
          </a:stretch>
        </p:blipFill>
        <p:spPr>
          <a:xfrm>
            <a:off x="0" y="-1"/>
            <a:ext cx="12192000" cy="6886167"/>
          </a:xfrm>
          <a:prstGeom prst="rect">
            <a:avLst/>
          </a:prstGeom>
        </p:spPr>
      </p:pic>
      <p:sp>
        <p:nvSpPr>
          <p:cNvPr id="2" name="Textfeld 1">
            <a:extLst>
              <a:ext uri="{FF2B5EF4-FFF2-40B4-BE49-F238E27FC236}">
                <a16:creationId xmlns:a16="http://schemas.microsoft.com/office/drawing/2014/main" id="{06CFBA70-C7BF-38F5-85CC-9F0DFE64B306}"/>
              </a:ext>
            </a:extLst>
          </p:cNvPr>
          <p:cNvSpPr txBox="1"/>
          <p:nvPr userDrawn="1"/>
        </p:nvSpPr>
        <p:spPr>
          <a:xfrm>
            <a:off x="0" y="-1"/>
            <a:ext cx="12192000" cy="6858000"/>
          </a:xfrm>
          <a:prstGeom prst="rect">
            <a:avLst/>
          </a:prstGeom>
          <a:solidFill>
            <a:srgbClr val="001F42">
              <a:alpha val="70000"/>
            </a:srgbClr>
          </a:solidFill>
        </p:spPr>
        <p:txBody>
          <a:bodyPr wrap="square" lIns="0" tIns="0" rIns="0" bIns="0" rtlCol="0">
            <a:noAutofit/>
          </a:bodyPr>
          <a:lstStyle/>
          <a:p>
            <a:pPr algn="l">
              <a:lnSpc>
                <a:spcPct val="110000"/>
              </a:lnSpc>
              <a:spcBef>
                <a:spcPts val="0"/>
              </a:spcBef>
            </a:pPr>
            <a:endParaRPr lang="de-DE" sz="1401">
              <a:solidFill>
                <a:schemeClr val="tx1"/>
              </a:solidFill>
              <a:latin typeface="+mn-lt"/>
              <a:ea typeface="Arial Unicode MS" panose="020B0604020202020204" pitchFamily="34" charset="-128"/>
              <a:cs typeface="Arial Unicode MS" panose="020B0604020202020204" pitchFamily="34" charset="-128"/>
            </a:endParaRPr>
          </a:p>
        </p:txBody>
      </p:sp>
      <p:sp>
        <p:nvSpPr>
          <p:cNvPr id="13" name="Textplatzhalter 12">
            <a:extLst>
              <a:ext uri="{FF2B5EF4-FFF2-40B4-BE49-F238E27FC236}">
                <a16:creationId xmlns:a16="http://schemas.microsoft.com/office/drawing/2014/main" id="{3C9FC961-F052-2EEB-2D29-9F1241CB0F38}"/>
              </a:ext>
            </a:extLst>
          </p:cNvPr>
          <p:cNvSpPr>
            <a:spLocks noGrp="1"/>
          </p:cNvSpPr>
          <p:nvPr>
            <p:ph type="body" sz="quarter" idx="10" hasCustomPrompt="1"/>
          </p:nvPr>
        </p:nvSpPr>
        <p:spPr>
          <a:xfrm>
            <a:off x="2" y="3843338"/>
            <a:ext cx="9945394" cy="2393950"/>
          </a:xfrm>
          <a:solidFill>
            <a:srgbClr val="000028">
              <a:alpha val="65000"/>
            </a:srgbClr>
          </a:solidFill>
        </p:spPr>
        <p:txBody>
          <a:bodyPr vert="horz" lIns="612000" tIns="216000" rIns="72000" bIns="72000" rtlCol="0">
            <a:normAutofit/>
          </a:bodyPr>
          <a:lstStyle>
            <a:lvl1pPr>
              <a:defRPr lang="de-DE" sz="3200" b="1" cap="all" baseline="0">
                <a:solidFill>
                  <a:schemeClr val="bg1"/>
                </a:solidFill>
              </a:defRPr>
            </a:lvl1pPr>
          </a:lstStyle>
          <a:p>
            <a:pPr lvl="0"/>
            <a:r>
              <a:rPr lang="de-DE"/>
              <a:t>Titel mit bis zu 2 </a:t>
            </a:r>
            <a:r>
              <a:rPr lang="de-DE" err="1"/>
              <a:t>zeilen</a:t>
            </a:r>
            <a:r>
              <a:rPr lang="de-DE"/>
              <a:t> </a:t>
            </a:r>
            <a:r>
              <a:rPr lang="de-DE" err="1"/>
              <a:t>Lorem</a:t>
            </a:r>
            <a:r>
              <a:rPr lang="de-DE"/>
              <a:t> </a:t>
            </a:r>
            <a:r>
              <a:rPr lang="de-DE" err="1"/>
              <a:t>ipsum</a:t>
            </a:r>
            <a:r>
              <a:rPr lang="de-DE"/>
              <a:t> </a:t>
            </a:r>
            <a:r>
              <a:rPr lang="de-DE" err="1"/>
              <a:t>dolor</a:t>
            </a:r>
            <a:r>
              <a:rPr lang="de-DE"/>
              <a:t> am</a:t>
            </a:r>
          </a:p>
        </p:txBody>
      </p:sp>
      <p:sp>
        <p:nvSpPr>
          <p:cNvPr id="16" name="Textplatzhalter 15">
            <a:extLst>
              <a:ext uri="{FF2B5EF4-FFF2-40B4-BE49-F238E27FC236}">
                <a16:creationId xmlns:a16="http://schemas.microsoft.com/office/drawing/2014/main" id="{D1ACE50C-92C7-BE14-1867-192E6EEFBEED}"/>
              </a:ext>
            </a:extLst>
          </p:cNvPr>
          <p:cNvSpPr>
            <a:spLocks noGrp="1"/>
          </p:cNvSpPr>
          <p:nvPr>
            <p:ph type="body" sz="quarter" idx="11" hasCustomPrompt="1"/>
          </p:nvPr>
        </p:nvSpPr>
        <p:spPr>
          <a:xfrm>
            <a:off x="627143" y="5300666"/>
            <a:ext cx="8295769" cy="936625"/>
          </a:xfrm>
        </p:spPr>
        <p:txBody>
          <a:bodyPr anchor="b">
            <a:normAutofit/>
          </a:bodyPr>
          <a:lstStyle>
            <a:lvl1pPr>
              <a:defRPr sz="2400"/>
            </a:lvl1pPr>
          </a:lstStyle>
          <a:p>
            <a:pPr marL="0" marR="0" lvl="0" indent="0" algn="l" defTabSz="913783" rtl="0" eaLnBrk="1" fontAlgn="auto" latinLnBrk="0" hangingPunct="1">
              <a:lnSpc>
                <a:spcPct val="110000"/>
              </a:lnSpc>
              <a:spcBef>
                <a:spcPts val="0"/>
              </a:spcBef>
              <a:spcAft>
                <a:spcPts val="0"/>
              </a:spcAft>
              <a:buClrTx/>
              <a:buSzTx/>
              <a:buFont typeface="Arial" panose="020B0604020202020204" pitchFamily="34" charset="0"/>
              <a:buNone/>
              <a:tabLst/>
              <a:defRPr/>
            </a:pPr>
            <a:r>
              <a:rPr lang="de-DE" sz="2400">
                <a:latin typeface="+mn-lt"/>
                <a:ea typeface="Arial Unicode MS" panose="020B0604020202020204" pitchFamily="34" charset="-128"/>
                <a:cs typeface="Arial Unicode MS" panose="020B0604020202020204" pitchFamily="34" charset="-128"/>
              </a:rPr>
              <a:t>Unterzeile für Ort, Datum, </a:t>
            </a:r>
            <a:r>
              <a:rPr lang="de-DE" sz="2400" err="1">
                <a:latin typeface="+mn-lt"/>
                <a:ea typeface="Arial Unicode MS" panose="020B0604020202020204" pitchFamily="34" charset="-128"/>
                <a:cs typeface="Arial Unicode MS" panose="020B0604020202020204" pitchFamily="34" charset="-128"/>
              </a:rPr>
              <a:t>ReferentIn</a:t>
            </a:r>
            <a:endParaRPr lang="de-DE" sz="2400">
              <a:latin typeface="+mn-lt"/>
              <a:ea typeface="Arial Unicode MS" panose="020B0604020202020204" pitchFamily="34" charset="-128"/>
              <a:cs typeface="Arial Unicode MS" panose="020B0604020202020204" pitchFamily="34" charset="-128"/>
            </a:endParaRPr>
          </a:p>
        </p:txBody>
      </p:sp>
      <p:pic>
        <p:nvPicPr>
          <p:cNvPr id="7" name="Grafik 6">
            <a:extLst>
              <a:ext uri="{FF2B5EF4-FFF2-40B4-BE49-F238E27FC236}">
                <a16:creationId xmlns:a16="http://schemas.microsoft.com/office/drawing/2014/main" id="{53E346FC-76E4-43D1-D6EE-3F884526CA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965" b="965"/>
          <a:stretch/>
        </p:blipFill>
        <p:spPr>
          <a:xfrm>
            <a:off x="8330699" y="333378"/>
            <a:ext cx="3220102" cy="561975"/>
          </a:xfrm>
          <a:prstGeom prst="rect">
            <a:avLst/>
          </a:prstGeom>
        </p:spPr>
      </p:pic>
      <p:sp>
        <p:nvSpPr>
          <p:cNvPr id="4" name="Fußzeilenplatzhalter 6">
            <a:extLst>
              <a:ext uri="{FF2B5EF4-FFF2-40B4-BE49-F238E27FC236}">
                <a16:creationId xmlns:a16="http://schemas.microsoft.com/office/drawing/2014/main" id="{04B20BB3-1467-CC0E-568F-85FFB15ACB62}"/>
              </a:ext>
            </a:extLst>
          </p:cNvPr>
          <p:cNvSpPr>
            <a:spLocks noGrp="1"/>
          </p:cNvSpPr>
          <p:nvPr>
            <p:ph type="ftr" sz="quarter" idx="12"/>
          </p:nvPr>
        </p:nvSpPr>
        <p:spPr>
          <a:xfrm>
            <a:off x="359999" y="6393960"/>
            <a:ext cx="2160000" cy="216000"/>
          </a:xfrm>
        </p:spPr>
        <p:txBody>
          <a:bodyPr/>
          <a:lstStyle>
            <a:lvl1pPr>
              <a:defRPr>
                <a:solidFill>
                  <a:schemeClr val="bg1"/>
                </a:solidFill>
              </a:defRPr>
            </a:lvl1pPr>
          </a:lstStyle>
          <a:p>
            <a:pPr defTabSz="914332">
              <a:buClr>
                <a:srgbClr val="009999"/>
              </a:buClr>
            </a:pPr>
            <a:r>
              <a:rPr lang="en-US" kern="0"/>
              <a:t>© BCT Technology AG 2026</a:t>
            </a:r>
          </a:p>
        </p:txBody>
      </p:sp>
    </p:spTree>
    <p:extLst>
      <p:ext uri="{BB962C8B-B14F-4D97-AF65-F5344CB8AC3E}">
        <p14:creationId xmlns:p14="http://schemas.microsoft.com/office/powerpoint/2010/main" val="23679359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0_OUTLINE">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E716D742-5AE4-AE1C-147B-7B319C6C2D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26" r="226"/>
          <a:stretch/>
        </p:blipFill>
        <p:spPr>
          <a:xfrm>
            <a:off x="0" y="1"/>
            <a:ext cx="12192000" cy="6888184"/>
          </a:xfrm>
          <a:prstGeom prst="rect">
            <a:avLst/>
          </a:prstGeom>
        </p:spPr>
      </p:pic>
      <p:sp>
        <p:nvSpPr>
          <p:cNvPr id="5" name="Rechteck 4">
            <a:extLst>
              <a:ext uri="{FF2B5EF4-FFF2-40B4-BE49-F238E27FC236}">
                <a16:creationId xmlns:a16="http://schemas.microsoft.com/office/drawing/2014/main" id="{0A416A59-2375-AAE1-4356-E7ABCFC243E0}"/>
              </a:ext>
            </a:extLst>
          </p:cNvPr>
          <p:cNvSpPr/>
          <p:nvPr userDrawn="1"/>
        </p:nvSpPr>
        <p:spPr>
          <a:xfrm rot="864600">
            <a:off x="-895809" y="-1812761"/>
            <a:ext cx="7768645" cy="10001216"/>
          </a:xfrm>
          <a:prstGeom prst="rect">
            <a:avLst/>
          </a:prstGeom>
          <a:solidFill>
            <a:srgbClr val="00002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sz="1801"/>
          </a:p>
        </p:txBody>
      </p:sp>
      <p:sp>
        <p:nvSpPr>
          <p:cNvPr id="3" name="Fußzeilenplatzhalter 2">
            <a:extLst>
              <a:ext uri="{FF2B5EF4-FFF2-40B4-BE49-F238E27FC236}">
                <a16:creationId xmlns:a16="http://schemas.microsoft.com/office/drawing/2014/main" id="{04ECAC39-2EC0-EBC9-9AAC-FAF1DB064C6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2" name="Titel 1">
            <a:extLst>
              <a:ext uri="{FF2B5EF4-FFF2-40B4-BE49-F238E27FC236}">
                <a16:creationId xmlns:a16="http://schemas.microsoft.com/office/drawing/2014/main" id="{2D4E7F43-570C-2862-5ABC-3FCB4337C84D}"/>
              </a:ext>
            </a:extLst>
          </p:cNvPr>
          <p:cNvSpPr>
            <a:spLocks noGrp="1"/>
          </p:cNvSpPr>
          <p:nvPr>
            <p:ph type="title"/>
          </p:nvPr>
        </p:nvSpPr>
        <p:spPr>
          <a:xfrm>
            <a:off x="359999" y="360000"/>
            <a:ext cx="5257030" cy="648000"/>
          </a:xfrm>
        </p:spPr>
        <p:txBody>
          <a:bodyPr/>
          <a:lstStyle/>
          <a:p>
            <a:r>
              <a:rPr lang="de-DE"/>
              <a:t>Mastertitelformat bearbeiten</a:t>
            </a:r>
          </a:p>
        </p:txBody>
      </p:sp>
      <p:sp>
        <p:nvSpPr>
          <p:cNvPr id="10" name="Inhaltsplatzhalter 9">
            <a:extLst>
              <a:ext uri="{FF2B5EF4-FFF2-40B4-BE49-F238E27FC236}">
                <a16:creationId xmlns:a16="http://schemas.microsoft.com/office/drawing/2014/main" id="{11B67964-6CB7-19A8-1A3E-FC49CA067517}"/>
              </a:ext>
            </a:extLst>
          </p:cNvPr>
          <p:cNvSpPr>
            <a:spLocks noGrp="1"/>
          </p:cNvSpPr>
          <p:nvPr>
            <p:ph sz="quarter" idx="11"/>
          </p:nvPr>
        </p:nvSpPr>
        <p:spPr>
          <a:xfrm>
            <a:off x="360363" y="1260000"/>
            <a:ext cx="55800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Rechteck 10">
            <a:extLst>
              <a:ext uri="{FF2B5EF4-FFF2-40B4-BE49-F238E27FC236}">
                <a16:creationId xmlns:a16="http://schemas.microsoft.com/office/drawing/2014/main" id="{81C63A4E-7B67-4ED0-FEF2-33C0768D37DD}"/>
              </a:ext>
            </a:extLst>
          </p:cNvPr>
          <p:cNvSpPr/>
          <p:nvPr userDrawn="1"/>
        </p:nvSpPr>
        <p:spPr bwMode="auto">
          <a:xfrm>
            <a:off x="9540000" y="6120001"/>
            <a:ext cx="996416" cy="489698"/>
          </a:xfrm>
          <a:prstGeom prst="rect">
            <a:avLst/>
          </a:prstGeom>
          <a:solidFill>
            <a:schemeClr val="bg1"/>
          </a:solidFill>
          <a:ln>
            <a:noFill/>
          </a:ln>
          <a:effectLst/>
        </p:spPr>
        <p:txBody>
          <a:bodyPr wrap="square" lIns="72000" tIns="72000" rIns="72000" bIns="72000" numCol="1" spcCol="72000" rtlCol="0" anchor="ctr">
            <a:noAutofit/>
          </a:bodyPr>
          <a:lstStyle/>
          <a:p>
            <a:pPr algn="ctr">
              <a:lnSpc>
                <a:spcPct val="110000"/>
              </a:lnSpc>
              <a:spcBef>
                <a:spcPct val="0"/>
              </a:spcBef>
              <a:buFont typeface="Wingdings" charset="0"/>
              <a:buNone/>
            </a:pPr>
            <a:endParaRPr lang="de-DE" sz="1401">
              <a:solidFill>
                <a:schemeClr val="bg1"/>
              </a:solidFill>
              <a:latin typeface="+mn-lt"/>
              <a:ea typeface="Arial Unicode MS" panose="020B0604020202020204" pitchFamily="34" charset="-128"/>
              <a:cs typeface="Arial Unicode MS" panose="020B0604020202020204" pitchFamily="34" charset="-128"/>
            </a:endParaRPr>
          </a:p>
        </p:txBody>
      </p:sp>
      <p:pic>
        <p:nvPicPr>
          <p:cNvPr id="12" name="Grafik 11">
            <a:extLst>
              <a:ext uri="{FF2B5EF4-FFF2-40B4-BE49-F238E27FC236}">
                <a16:creationId xmlns:a16="http://schemas.microsoft.com/office/drawing/2014/main" id="{1223D4EB-4EDB-283D-4081-1B1A9802BC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540000" y="6120002"/>
            <a:ext cx="996416" cy="489699"/>
          </a:xfrm>
          <a:prstGeom prst="rect">
            <a:avLst/>
          </a:prstGeom>
        </p:spPr>
      </p:pic>
      <p:pic>
        <p:nvPicPr>
          <p:cNvPr id="13" name="Grafik 12">
            <a:extLst>
              <a:ext uri="{FF2B5EF4-FFF2-40B4-BE49-F238E27FC236}">
                <a16:creationId xmlns:a16="http://schemas.microsoft.com/office/drawing/2014/main" id="{8048EFF6-7E76-E665-140E-9B3261EC819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64000" y="6264000"/>
            <a:ext cx="996126" cy="259920"/>
          </a:xfrm>
          <a:prstGeom prst="rect">
            <a:avLst/>
          </a:prstGeom>
        </p:spPr>
      </p:pic>
    </p:spTree>
    <p:extLst>
      <p:ext uri="{BB962C8B-B14F-4D97-AF65-F5344CB8AC3E}">
        <p14:creationId xmlns:p14="http://schemas.microsoft.com/office/powerpoint/2010/main" val="3648153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0_OUTLINE_darker">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8BBE8D63-89FE-6C52-58A0-1C4826F993F7}"/>
              </a:ext>
            </a:extLst>
          </p:cNvPr>
          <p:cNvPicPr>
            <a:picLocks noChangeAspect="1"/>
          </p:cNvPicPr>
          <p:nvPr userDrawn="1"/>
        </p:nvPicPr>
        <p:blipFill>
          <a:blip r:embed="rId2"/>
          <a:stretch>
            <a:fillRect/>
          </a:stretch>
        </p:blipFill>
        <p:spPr>
          <a:xfrm>
            <a:off x="0" y="-1"/>
            <a:ext cx="12192000" cy="6886167"/>
          </a:xfrm>
          <a:prstGeom prst="rect">
            <a:avLst/>
          </a:prstGeom>
        </p:spPr>
      </p:pic>
      <p:sp>
        <p:nvSpPr>
          <p:cNvPr id="2" name="Textfeld 1">
            <a:extLst>
              <a:ext uri="{FF2B5EF4-FFF2-40B4-BE49-F238E27FC236}">
                <a16:creationId xmlns:a16="http://schemas.microsoft.com/office/drawing/2014/main" id="{06CFBA70-C7BF-38F5-85CC-9F0DFE64B306}"/>
              </a:ext>
            </a:extLst>
          </p:cNvPr>
          <p:cNvSpPr txBox="1"/>
          <p:nvPr userDrawn="1"/>
        </p:nvSpPr>
        <p:spPr>
          <a:xfrm>
            <a:off x="0" y="-1"/>
            <a:ext cx="12192000" cy="6858000"/>
          </a:xfrm>
          <a:prstGeom prst="rect">
            <a:avLst/>
          </a:prstGeom>
          <a:solidFill>
            <a:srgbClr val="001F42">
              <a:alpha val="70000"/>
            </a:srgbClr>
          </a:solidFill>
        </p:spPr>
        <p:txBody>
          <a:bodyPr wrap="square" lIns="0" tIns="0" rIns="0" bIns="0" rtlCol="0">
            <a:noAutofit/>
          </a:bodyPr>
          <a:lstStyle/>
          <a:p>
            <a:pPr algn="l">
              <a:lnSpc>
                <a:spcPct val="110000"/>
              </a:lnSpc>
              <a:spcBef>
                <a:spcPts val="0"/>
              </a:spcBef>
            </a:pPr>
            <a:endParaRPr lang="de-DE" sz="1401">
              <a:solidFill>
                <a:schemeClr val="tx1"/>
              </a:solidFill>
              <a:latin typeface="+mn-lt"/>
              <a:ea typeface="Arial Unicode MS" panose="020B0604020202020204" pitchFamily="34" charset="-128"/>
              <a:cs typeface="Arial Unicode MS" panose="020B0604020202020204" pitchFamily="34" charset="-128"/>
            </a:endParaRPr>
          </a:p>
        </p:txBody>
      </p:sp>
      <p:pic>
        <p:nvPicPr>
          <p:cNvPr id="7" name="Grafik 6">
            <a:extLst>
              <a:ext uri="{FF2B5EF4-FFF2-40B4-BE49-F238E27FC236}">
                <a16:creationId xmlns:a16="http://schemas.microsoft.com/office/drawing/2014/main" id="{53E346FC-76E4-43D1-D6EE-3F884526CA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965" b="965"/>
          <a:stretch/>
        </p:blipFill>
        <p:spPr>
          <a:xfrm>
            <a:off x="8330699" y="333378"/>
            <a:ext cx="3220102" cy="561975"/>
          </a:xfrm>
          <a:prstGeom prst="rect">
            <a:avLst/>
          </a:prstGeom>
        </p:spPr>
      </p:pic>
      <p:sp>
        <p:nvSpPr>
          <p:cNvPr id="4" name="Rechteck 4">
            <a:extLst>
              <a:ext uri="{FF2B5EF4-FFF2-40B4-BE49-F238E27FC236}">
                <a16:creationId xmlns:a16="http://schemas.microsoft.com/office/drawing/2014/main" id="{5DB0AFEB-BAF7-31A6-D439-E5D762A46A31}"/>
              </a:ext>
            </a:extLst>
          </p:cNvPr>
          <p:cNvSpPr/>
          <p:nvPr userDrawn="1"/>
        </p:nvSpPr>
        <p:spPr>
          <a:xfrm rot="864600">
            <a:off x="-895809" y="-1812761"/>
            <a:ext cx="7768645" cy="10001216"/>
          </a:xfrm>
          <a:prstGeom prst="rect">
            <a:avLst/>
          </a:prstGeom>
          <a:solidFill>
            <a:srgbClr val="00002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sz="1801"/>
          </a:p>
        </p:txBody>
      </p:sp>
      <p:sp>
        <p:nvSpPr>
          <p:cNvPr id="5" name="Fußzeilenplatzhalter 2">
            <a:extLst>
              <a:ext uri="{FF2B5EF4-FFF2-40B4-BE49-F238E27FC236}">
                <a16:creationId xmlns:a16="http://schemas.microsoft.com/office/drawing/2014/main" id="{05F123C7-33C5-B526-E118-42CCEA609B62}"/>
              </a:ext>
            </a:extLst>
          </p:cNvPr>
          <p:cNvSpPr>
            <a:spLocks noGrp="1"/>
          </p:cNvSpPr>
          <p:nvPr>
            <p:ph type="ftr" sz="quarter" idx="10"/>
          </p:nvPr>
        </p:nvSpPr>
        <p:spPr>
          <a:xfrm>
            <a:off x="359999" y="6393960"/>
            <a:ext cx="2160000" cy="216000"/>
          </a:xfrm>
        </p:spPr>
        <p:txBody>
          <a:bodyPr/>
          <a:lstStyle/>
          <a:p>
            <a:pPr defTabSz="914332">
              <a:buClr>
                <a:srgbClr val="009999"/>
              </a:buClr>
            </a:pPr>
            <a:r>
              <a:rPr lang="en-US" kern="0"/>
              <a:t>© BCT Technology AG 2026</a:t>
            </a:r>
          </a:p>
        </p:txBody>
      </p:sp>
      <p:sp>
        <p:nvSpPr>
          <p:cNvPr id="6" name="Titel 1">
            <a:extLst>
              <a:ext uri="{FF2B5EF4-FFF2-40B4-BE49-F238E27FC236}">
                <a16:creationId xmlns:a16="http://schemas.microsoft.com/office/drawing/2014/main" id="{4DBC41BA-AAB0-F135-6497-552F2549DCA8}"/>
              </a:ext>
            </a:extLst>
          </p:cNvPr>
          <p:cNvSpPr>
            <a:spLocks noGrp="1"/>
          </p:cNvSpPr>
          <p:nvPr>
            <p:ph type="title"/>
          </p:nvPr>
        </p:nvSpPr>
        <p:spPr>
          <a:xfrm>
            <a:off x="359999" y="360000"/>
            <a:ext cx="5257030" cy="648000"/>
          </a:xfrm>
        </p:spPr>
        <p:txBody>
          <a:bodyPr/>
          <a:lstStyle/>
          <a:p>
            <a:r>
              <a:rPr lang="de-DE"/>
              <a:t>Mastertitelformat bearbeiten</a:t>
            </a:r>
          </a:p>
        </p:txBody>
      </p:sp>
      <p:sp>
        <p:nvSpPr>
          <p:cNvPr id="8" name="Inhaltsplatzhalter 9">
            <a:extLst>
              <a:ext uri="{FF2B5EF4-FFF2-40B4-BE49-F238E27FC236}">
                <a16:creationId xmlns:a16="http://schemas.microsoft.com/office/drawing/2014/main" id="{E24728CF-1C28-6BC9-E7B0-99B4A627FBAA}"/>
              </a:ext>
            </a:extLst>
          </p:cNvPr>
          <p:cNvSpPr>
            <a:spLocks noGrp="1"/>
          </p:cNvSpPr>
          <p:nvPr>
            <p:ph sz="quarter" idx="11"/>
          </p:nvPr>
        </p:nvSpPr>
        <p:spPr>
          <a:xfrm>
            <a:off x="360363" y="1260000"/>
            <a:ext cx="55800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1100038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0_OUTLINE_Webinar_darker">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8BBE8D63-89FE-6C52-58A0-1C4826F993F7}"/>
              </a:ext>
            </a:extLst>
          </p:cNvPr>
          <p:cNvPicPr>
            <a:picLocks noChangeAspect="1"/>
          </p:cNvPicPr>
          <p:nvPr userDrawn="1"/>
        </p:nvPicPr>
        <p:blipFill>
          <a:blip r:embed="rId2"/>
          <a:stretch>
            <a:fillRect/>
          </a:stretch>
        </p:blipFill>
        <p:spPr>
          <a:xfrm>
            <a:off x="0" y="-1"/>
            <a:ext cx="12192000" cy="6886167"/>
          </a:xfrm>
          <a:prstGeom prst="rect">
            <a:avLst/>
          </a:prstGeom>
        </p:spPr>
      </p:pic>
      <p:sp>
        <p:nvSpPr>
          <p:cNvPr id="2" name="Textfeld 1">
            <a:extLst>
              <a:ext uri="{FF2B5EF4-FFF2-40B4-BE49-F238E27FC236}">
                <a16:creationId xmlns:a16="http://schemas.microsoft.com/office/drawing/2014/main" id="{06CFBA70-C7BF-38F5-85CC-9F0DFE64B306}"/>
              </a:ext>
            </a:extLst>
          </p:cNvPr>
          <p:cNvSpPr txBox="1"/>
          <p:nvPr userDrawn="1"/>
        </p:nvSpPr>
        <p:spPr>
          <a:xfrm>
            <a:off x="0" y="-1"/>
            <a:ext cx="12192000" cy="6858000"/>
          </a:xfrm>
          <a:prstGeom prst="rect">
            <a:avLst/>
          </a:prstGeom>
          <a:solidFill>
            <a:srgbClr val="001F42">
              <a:alpha val="70000"/>
            </a:srgbClr>
          </a:solidFill>
        </p:spPr>
        <p:txBody>
          <a:bodyPr wrap="square" lIns="0" tIns="0" rIns="0" bIns="0" rtlCol="0">
            <a:noAutofit/>
          </a:bodyPr>
          <a:lstStyle/>
          <a:p>
            <a:pPr algn="l">
              <a:lnSpc>
                <a:spcPct val="110000"/>
              </a:lnSpc>
              <a:spcBef>
                <a:spcPts val="0"/>
              </a:spcBef>
            </a:pPr>
            <a:endParaRPr lang="de-DE" sz="1401">
              <a:solidFill>
                <a:schemeClr val="tx1"/>
              </a:solidFill>
              <a:latin typeface="+mn-lt"/>
              <a:ea typeface="Arial Unicode MS" panose="020B0604020202020204" pitchFamily="34" charset="-128"/>
              <a:cs typeface="Arial Unicode MS" panose="020B0604020202020204" pitchFamily="34" charset="-128"/>
            </a:endParaRPr>
          </a:p>
        </p:txBody>
      </p:sp>
      <p:pic>
        <p:nvPicPr>
          <p:cNvPr id="7" name="Grafik 6">
            <a:extLst>
              <a:ext uri="{FF2B5EF4-FFF2-40B4-BE49-F238E27FC236}">
                <a16:creationId xmlns:a16="http://schemas.microsoft.com/office/drawing/2014/main" id="{53E346FC-76E4-43D1-D6EE-3F884526CA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965" b="965"/>
          <a:stretch/>
        </p:blipFill>
        <p:spPr>
          <a:xfrm>
            <a:off x="8483490" y="5939987"/>
            <a:ext cx="3220102" cy="561975"/>
          </a:xfrm>
          <a:prstGeom prst="rect">
            <a:avLst/>
          </a:prstGeom>
        </p:spPr>
      </p:pic>
      <p:sp>
        <p:nvSpPr>
          <p:cNvPr id="4" name="Rechteck 4">
            <a:extLst>
              <a:ext uri="{FF2B5EF4-FFF2-40B4-BE49-F238E27FC236}">
                <a16:creationId xmlns:a16="http://schemas.microsoft.com/office/drawing/2014/main" id="{5DB0AFEB-BAF7-31A6-D439-E5D762A46A31}"/>
              </a:ext>
            </a:extLst>
          </p:cNvPr>
          <p:cNvSpPr/>
          <p:nvPr userDrawn="1"/>
        </p:nvSpPr>
        <p:spPr>
          <a:xfrm rot="864600">
            <a:off x="-910535" y="-1696273"/>
            <a:ext cx="8704823" cy="10001216"/>
          </a:xfrm>
          <a:prstGeom prst="rect">
            <a:avLst/>
          </a:prstGeom>
          <a:solidFill>
            <a:srgbClr val="00002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sz="1801"/>
          </a:p>
        </p:txBody>
      </p:sp>
      <p:sp>
        <p:nvSpPr>
          <p:cNvPr id="5" name="Fußzeilenplatzhalter 2">
            <a:extLst>
              <a:ext uri="{FF2B5EF4-FFF2-40B4-BE49-F238E27FC236}">
                <a16:creationId xmlns:a16="http://schemas.microsoft.com/office/drawing/2014/main" id="{05F123C7-33C5-B526-E118-42CCEA609B62}"/>
              </a:ext>
            </a:extLst>
          </p:cNvPr>
          <p:cNvSpPr>
            <a:spLocks noGrp="1"/>
          </p:cNvSpPr>
          <p:nvPr>
            <p:ph type="ftr" sz="quarter" idx="10"/>
          </p:nvPr>
        </p:nvSpPr>
        <p:spPr>
          <a:xfrm>
            <a:off x="359999" y="6393960"/>
            <a:ext cx="2160000" cy="216000"/>
          </a:xfrm>
        </p:spPr>
        <p:txBody>
          <a:bodyPr/>
          <a:lstStyle/>
          <a:p>
            <a:pPr defTabSz="914332">
              <a:buClr>
                <a:srgbClr val="009999"/>
              </a:buClr>
            </a:pPr>
            <a:r>
              <a:rPr lang="en-US" kern="0"/>
              <a:t>© BCT Technology AG 2026</a:t>
            </a:r>
          </a:p>
        </p:txBody>
      </p:sp>
      <p:sp>
        <p:nvSpPr>
          <p:cNvPr id="9" name="Textplatzhalter 11">
            <a:extLst>
              <a:ext uri="{FF2B5EF4-FFF2-40B4-BE49-F238E27FC236}">
                <a16:creationId xmlns:a16="http://schemas.microsoft.com/office/drawing/2014/main" id="{71ECBFDF-FD79-8696-0F67-5C0AEDC062A7}"/>
              </a:ext>
            </a:extLst>
          </p:cNvPr>
          <p:cNvSpPr>
            <a:spLocks noGrp="1"/>
          </p:cNvSpPr>
          <p:nvPr>
            <p:ph type="body" sz="quarter" idx="15"/>
          </p:nvPr>
        </p:nvSpPr>
        <p:spPr>
          <a:xfrm>
            <a:off x="786077" y="504002"/>
            <a:ext cx="6535594" cy="641951"/>
          </a:xfrm>
        </p:spPr>
        <p:txBody>
          <a:bodyPr/>
          <a:lstStyle>
            <a:lvl1pPr>
              <a:defRPr sz="3200" b="1"/>
            </a:lvl1pPr>
          </a:lstStyle>
          <a:p>
            <a:pPr lvl="0"/>
            <a:r>
              <a:rPr lang="de-DE"/>
              <a:t>Mastertextformat bearbeiten</a:t>
            </a:r>
          </a:p>
        </p:txBody>
      </p:sp>
      <p:sp>
        <p:nvSpPr>
          <p:cNvPr id="10" name="Pfeil: Chevron 35">
            <a:extLst>
              <a:ext uri="{FF2B5EF4-FFF2-40B4-BE49-F238E27FC236}">
                <a16:creationId xmlns:a16="http://schemas.microsoft.com/office/drawing/2014/main" id="{C394B990-6BE1-10A5-4C3B-638D8AC20420}"/>
              </a:ext>
            </a:extLst>
          </p:cNvPr>
          <p:cNvSpPr>
            <a:spLocks/>
          </p:cNvSpPr>
          <p:nvPr userDrawn="1"/>
        </p:nvSpPr>
        <p:spPr>
          <a:xfrm>
            <a:off x="360000" y="504002"/>
            <a:ext cx="361065" cy="641951"/>
          </a:xfrm>
          <a:prstGeom prst="chevron">
            <a:avLst>
              <a:gd name="adj" fmla="val 36159"/>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86" tIns="71991" rIns="107986" bIns="71991" rtlCol="0" anchor="t" anchorCtr="0"/>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chemeClr val="tx1"/>
              </a:solidFill>
              <a:effectLst/>
              <a:uLnTx/>
              <a:uFillTx/>
              <a:latin typeface="Arial"/>
              <a:ea typeface="+mn-ea"/>
              <a:cs typeface="+mn-cs"/>
            </a:endParaRPr>
          </a:p>
        </p:txBody>
      </p:sp>
      <p:sp>
        <p:nvSpPr>
          <p:cNvPr id="12" name="Bildplatzhalter 11">
            <a:extLst>
              <a:ext uri="{FF2B5EF4-FFF2-40B4-BE49-F238E27FC236}">
                <a16:creationId xmlns:a16="http://schemas.microsoft.com/office/drawing/2014/main" id="{5DC13E94-F451-7879-69F7-49ACFB5CEE54}"/>
              </a:ext>
            </a:extLst>
          </p:cNvPr>
          <p:cNvSpPr>
            <a:spLocks noGrp="1"/>
          </p:cNvSpPr>
          <p:nvPr>
            <p:ph type="pic" sz="quarter" idx="16"/>
          </p:nvPr>
        </p:nvSpPr>
        <p:spPr>
          <a:xfrm>
            <a:off x="1440000" y="1512000"/>
            <a:ext cx="4680000" cy="4680000"/>
          </a:xfrm>
        </p:spPr>
        <p:txBody>
          <a:bodyPr/>
          <a:lstStyle/>
          <a:p>
            <a:endParaRPr lang="de-DE"/>
          </a:p>
        </p:txBody>
      </p:sp>
    </p:spTree>
    <p:extLst>
      <p:ext uri="{BB962C8B-B14F-4D97-AF65-F5344CB8AC3E}">
        <p14:creationId xmlns:p14="http://schemas.microsoft.com/office/powerpoint/2010/main" val="42096127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1_outline default">
    <p:spTree>
      <p:nvGrpSpPr>
        <p:cNvPr id="1" name=""/>
        <p:cNvGrpSpPr/>
        <p:nvPr/>
      </p:nvGrpSpPr>
      <p:grpSpPr>
        <a:xfrm>
          <a:off x="0" y="0"/>
          <a:ext cx="0" cy="0"/>
          <a:chOff x="0" y="0"/>
          <a:chExt cx="0" cy="0"/>
        </a:xfrm>
      </p:grpSpPr>
      <p:pic>
        <p:nvPicPr>
          <p:cNvPr id="12" name="Bildplatzhalter 5">
            <a:extLst>
              <a:ext uri="{FF2B5EF4-FFF2-40B4-BE49-F238E27FC236}">
                <a16:creationId xmlns:a16="http://schemas.microsoft.com/office/drawing/2014/main" id="{6CAD2DE6-C8C4-0064-1598-44A373CB8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2" y="0"/>
            <a:ext cx="6248393" cy="6858000"/>
          </a:xfrm>
          <a:prstGeom prst="rect">
            <a:avLst/>
          </a:prstGeom>
        </p:spPr>
      </p:pic>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cxnSp>
        <p:nvCxnSpPr>
          <p:cNvPr id="4" name="Straight Connector 44">
            <a:extLst>
              <a:ext uri="{FF2B5EF4-FFF2-40B4-BE49-F238E27FC236}">
                <a16:creationId xmlns:a16="http://schemas.microsoft.com/office/drawing/2014/main" id="{5AB4C65B-41E2-AA84-D3D5-5CA4F5290DEA}"/>
              </a:ext>
            </a:extLst>
          </p:cNvPr>
          <p:cNvCxnSpPr>
            <a:cxnSpLocks/>
          </p:cNvCxnSpPr>
          <p:nvPr userDrawn="1"/>
        </p:nvCxnSpPr>
        <p:spPr>
          <a:xfrm>
            <a:off x="6248400" y="-42338"/>
            <a:ext cx="0" cy="70625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1973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0_outline three chapter 00">
    <p:spTree>
      <p:nvGrpSpPr>
        <p:cNvPr id="1" name=""/>
        <p:cNvGrpSpPr/>
        <p:nvPr/>
      </p:nvGrpSpPr>
      <p:grpSpPr>
        <a:xfrm>
          <a:off x="0" y="0"/>
          <a:ext cx="0" cy="0"/>
          <a:chOff x="0" y="0"/>
          <a:chExt cx="0" cy="0"/>
        </a:xfrm>
      </p:grpSpPr>
      <p:sp>
        <p:nvSpPr>
          <p:cNvPr id="7" name="Rectangle 108">
            <a:extLst>
              <a:ext uri="{FF2B5EF4-FFF2-40B4-BE49-F238E27FC236}">
                <a16:creationId xmlns:a16="http://schemas.microsoft.com/office/drawing/2014/main" id="{B37DA458-CEBC-F9B0-2A32-0FFEE713882C}"/>
              </a:ext>
            </a:extLst>
          </p:cNvPr>
          <p:cNvSpPr/>
          <p:nvPr userDrawn="1"/>
        </p:nvSpPr>
        <p:spPr>
          <a:xfrm flipH="1">
            <a:off x="6916497" y="5015461"/>
            <a:ext cx="4651616" cy="815340"/>
          </a:xfrm>
          <a:prstGeom prst="rect">
            <a:avLst/>
          </a:prstGeom>
        </p:spPr>
        <p:txBody>
          <a:bodyPr wrap="square" lIns="0" tIns="0" rIns="0" bIns="0" anchor="ctr">
            <a:noAutofit/>
          </a:bodyPr>
          <a:lstStyle/>
          <a:p>
            <a:endParaRPr lang="de-DE" sz="2400" i="1">
              <a:ln w="3175">
                <a:noFill/>
                <a:prstDash val="sysDot"/>
              </a:ln>
              <a:solidFill>
                <a:schemeClr val="tx1">
                  <a:lumMod val="90000"/>
                  <a:lumOff val="10000"/>
                </a:schemeClr>
              </a:solidFill>
            </a:endParaRPr>
          </a:p>
        </p:txBody>
      </p:sp>
      <p:sp>
        <p:nvSpPr>
          <p:cNvPr id="22" name="Textplatzhalter 21">
            <a:extLst>
              <a:ext uri="{FF2B5EF4-FFF2-40B4-BE49-F238E27FC236}">
                <a16:creationId xmlns:a16="http://schemas.microsoft.com/office/drawing/2014/main" id="{CE0BE2E4-FA29-C8DE-3D73-1F23621546FB}"/>
              </a:ext>
            </a:extLst>
          </p:cNvPr>
          <p:cNvSpPr>
            <a:spLocks noGrp="1"/>
          </p:cNvSpPr>
          <p:nvPr>
            <p:ph type="body" sz="quarter" idx="11"/>
          </p:nvPr>
        </p:nvSpPr>
        <p:spPr>
          <a:xfrm>
            <a:off x="7020000" y="1108270"/>
            <a:ext cx="4680000" cy="815340"/>
          </a:xfrm>
        </p:spPr>
        <p:txBody>
          <a:bodyPr/>
          <a:lstStyle>
            <a:lvl1pPr>
              <a:defRPr sz="2000" b="1"/>
            </a:lvl1pPr>
          </a:lstStyle>
          <a:p>
            <a:pPr lvl="0"/>
            <a:r>
              <a:rPr lang="de-DE"/>
              <a:t>Mastertextformat bearbeiten</a:t>
            </a:r>
          </a:p>
        </p:txBody>
      </p:sp>
      <p:sp>
        <p:nvSpPr>
          <p:cNvPr id="23" name="Textplatzhalter 21">
            <a:extLst>
              <a:ext uri="{FF2B5EF4-FFF2-40B4-BE49-F238E27FC236}">
                <a16:creationId xmlns:a16="http://schemas.microsoft.com/office/drawing/2014/main" id="{422FC704-7FC2-8D2A-834B-36A400862D67}"/>
              </a:ext>
            </a:extLst>
          </p:cNvPr>
          <p:cNvSpPr>
            <a:spLocks noGrp="1"/>
          </p:cNvSpPr>
          <p:nvPr>
            <p:ph type="body" sz="quarter" idx="12"/>
          </p:nvPr>
        </p:nvSpPr>
        <p:spPr>
          <a:xfrm>
            <a:off x="7020000" y="2709565"/>
            <a:ext cx="4680000" cy="815340"/>
          </a:xfrm>
        </p:spPr>
        <p:txBody>
          <a:bodyPr/>
          <a:lstStyle>
            <a:lvl1pPr>
              <a:defRPr sz="2000" b="1"/>
            </a:lvl1pPr>
          </a:lstStyle>
          <a:p>
            <a:pPr lvl="0"/>
            <a:r>
              <a:rPr lang="de-DE"/>
              <a:t>Mastertextformat bearbeiten</a:t>
            </a:r>
          </a:p>
        </p:txBody>
      </p:sp>
      <p:sp>
        <p:nvSpPr>
          <p:cNvPr id="24" name="Textplatzhalter 21">
            <a:extLst>
              <a:ext uri="{FF2B5EF4-FFF2-40B4-BE49-F238E27FC236}">
                <a16:creationId xmlns:a16="http://schemas.microsoft.com/office/drawing/2014/main" id="{80C818A8-42D3-7627-2DD3-5D5A57D902C5}"/>
              </a:ext>
            </a:extLst>
          </p:cNvPr>
          <p:cNvSpPr>
            <a:spLocks noGrp="1"/>
          </p:cNvSpPr>
          <p:nvPr>
            <p:ph type="body" sz="quarter" idx="13"/>
          </p:nvPr>
        </p:nvSpPr>
        <p:spPr>
          <a:xfrm>
            <a:off x="7020000" y="4303759"/>
            <a:ext cx="4680000" cy="815340"/>
          </a:xfrm>
        </p:spPr>
        <p:txBody>
          <a:bodyPr/>
          <a:lstStyle>
            <a:lvl1pPr>
              <a:defRPr sz="2000" b="1"/>
            </a:lvl1pPr>
          </a:lstStyle>
          <a:p>
            <a:pPr lvl="0"/>
            <a:r>
              <a:rPr lang="de-DE"/>
              <a:t>Mastertextformat bearbeiten</a:t>
            </a:r>
          </a:p>
        </p:txBody>
      </p:sp>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pic>
        <p:nvPicPr>
          <p:cNvPr id="1030" name="Picture 6" descr="Generiertes Bild">
            <a:extLst>
              <a:ext uri="{FF2B5EF4-FFF2-40B4-BE49-F238E27FC236}">
                <a16:creationId xmlns:a16="http://schemas.microsoft.com/office/drawing/2014/main" id="{ABA0D894-D3B9-2A37-9D49-1C677E5E10A2}"/>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t="14197" b="12633"/>
          <a:stretch/>
        </p:blipFill>
        <p:spPr bwMode="auto">
          <a:xfrm>
            <a:off x="-1" y="1"/>
            <a:ext cx="6248396" cy="68580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4">
            <a:extLst>
              <a:ext uri="{FF2B5EF4-FFF2-40B4-BE49-F238E27FC236}">
                <a16:creationId xmlns:a16="http://schemas.microsoft.com/office/drawing/2014/main" id="{B8C6F9FD-B807-C7E9-939F-6D66687B2EFE}"/>
              </a:ext>
            </a:extLst>
          </p:cNvPr>
          <p:cNvCxnSpPr>
            <a:cxnSpLocks/>
          </p:cNvCxnSpPr>
          <p:nvPr userDrawn="1"/>
        </p:nvCxnSpPr>
        <p:spPr>
          <a:xfrm>
            <a:off x="6248401" y="-104775"/>
            <a:ext cx="1" cy="696277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77">
            <a:extLst>
              <a:ext uri="{FF2B5EF4-FFF2-40B4-BE49-F238E27FC236}">
                <a16:creationId xmlns:a16="http://schemas.microsoft.com/office/drawing/2014/main" id="{36C36FE8-4F0F-F482-05BE-9F439892157D}"/>
              </a:ext>
            </a:extLst>
          </p:cNvPr>
          <p:cNvGrpSpPr/>
          <p:nvPr userDrawn="1"/>
        </p:nvGrpSpPr>
        <p:grpSpPr>
          <a:xfrm>
            <a:off x="5840730" y="4303759"/>
            <a:ext cx="815340" cy="815340"/>
            <a:chOff x="4876800" y="666750"/>
            <a:chExt cx="304800" cy="304800"/>
          </a:xfrm>
        </p:grpSpPr>
        <p:sp>
          <p:nvSpPr>
            <p:cNvPr id="11" name="Oval 78">
              <a:extLst>
                <a:ext uri="{FF2B5EF4-FFF2-40B4-BE49-F238E27FC236}">
                  <a16:creationId xmlns:a16="http://schemas.microsoft.com/office/drawing/2014/main" id="{9633CF2A-3C40-64D0-9FBC-A0F233705E4F}"/>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2" name="Oval 79">
              <a:extLst>
                <a:ext uri="{FF2B5EF4-FFF2-40B4-BE49-F238E27FC236}">
                  <a16:creationId xmlns:a16="http://schemas.microsoft.com/office/drawing/2014/main" id="{1CB9BE02-2222-78E7-45E7-703B2995480B}"/>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3" name="Group 77">
            <a:extLst>
              <a:ext uri="{FF2B5EF4-FFF2-40B4-BE49-F238E27FC236}">
                <a16:creationId xmlns:a16="http://schemas.microsoft.com/office/drawing/2014/main" id="{60F6A37A-7D84-6235-68C1-9C6E37FDAFB8}"/>
              </a:ext>
            </a:extLst>
          </p:cNvPr>
          <p:cNvGrpSpPr/>
          <p:nvPr userDrawn="1"/>
        </p:nvGrpSpPr>
        <p:grpSpPr>
          <a:xfrm>
            <a:off x="5840730" y="2709565"/>
            <a:ext cx="815340" cy="815340"/>
            <a:chOff x="4876800" y="666750"/>
            <a:chExt cx="304800" cy="304800"/>
          </a:xfrm>
          <a:effectLst/>
        </p:grpSpPr>
        <p:sp>
          <p:nvSpPr>
            <p:cNvPr id="14" name="Oval 78">
              <a:extLst>
                <a:ext uri="{FF2B5EF4-FFF2-40B4-BE49-F238E27FC236}">
                  <a16:creationId xmlns:a16="http://schemas.microsoft.com/office/drawing/2014/main" id="{01F21B3A-2995-914F-45D2-42D36F15741D}"/>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5" name="Oval 79">
              <a:extLst>
                <a:ext uri="{FF2B5EF4-FFF2-40B4-BE49-F238E27FC236}">
                  <a16:creationId xmlns:a16="http://schemas.microsoft.com/office/drawing/2014/main" id="{3164B00A-BE6D-977E-4F7C-FED3AE65CF54}"/>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6" name="Group 77">
            <a:extLst>
              <a:ext uri="{FF2B5EF4-FFF2-40B4-BE49-F238E27FC236}">
                <a16:creationId xmlns:a16="http://schemas.microsoft.com/office/drawing/2014/main" id="{23A4EFCC-74F7-C7A4-D23A-79C55216AC37}"/>
              </a:ext>
            </a:extLst>
          </p:cNvPr>
          <p:cNvGrpSpPr/>
          <p:nvPr userDrawn="1"/>
        </p:nvGrpSpPr>
        <p:grpSpPr>
          <a:xfrm>
            <a:off x="5840730" y="1108624"/>
            <a:ext cx="815340" cy="815340"/>
            <a:chOff x="4876800" y="666750"/>
            <a:chExt cx="304800" cy="304800"/>
          </a:xfrm>
          <a:effectLst>
            <a:outerShdw blurRad="50800" dist="38100" dir="2700000" algn="tl" rotWithShape="0">
              <a:prstClr val="black">
                <a:alpha val="40000"/>
              </a:prstClr>
            </a:outerShdw>
          </a:effectLst>
        </p:grpSpPr>
        <p:sp>
          <p:nvSpPr>
            <p:cNvPr id="17" name="Oval 78">
              <a:extLst>
                <a:ext uri="{FF2B5EF4-FFF2-40B4-BE49-F238E27FC236}">
                  <a16:creationId xmlns:a16="http://schemas.microsoft.com/office/drawing/2014/main" id="{34DE3454-C7FA-02F7-2B04-8C435EBDC05C}"/>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8" name="Oval 79">
              <a:extLst>
                <a:ext uri="{FF2B5EF4-FFF2-40B4-BE49-F238E27FC236}">
                  <a16:creationId xmlns:a16="http://schemas.microsoft.com/office/drawing/2014/main" id="{AFA2B44F-CFA9-F81E-0F0B-329221B1FB6D}"/>
                </a:ext>
              </a:extLst>
            </p:cNvPr>
            <p:cNvSpPr/>
            <p:nvPr userDrawn="1"/>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spTree>
    <p:extLst>
      <p:ext uri="{BB962C8B-B14F-4D97-AF65-F5344CB8AC3E}">
        <p14:creationId xmlns:p14="http://schemas.microsoft.com/office/powerpoint/2010/main" val="180625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0_outline four chapter 00">
    <p:spTree>
      <p:nvGrpSpPr>
        <p:cNvPr id="1" name=""/>
        <p:cNvGrpSpPr/>
        <p:nvPr/>
      </p:nvGrpSpPr>
      <p:grpSpPr>
        <a:xfrm>
          <a:off x="0" y="0"/>
          <a:ext cx="0" cy="0"/>
          <a:chOff x="0" y="0"/>
          <a:chExt cx="0" cy="0"/>
        </a:xfrm>
      </p:grpSpPr>
      <p:pic>
        <p:nvPicPr>
          <p:cNvPr id="12" name="Bildplatzhalter 5">
            <a:extLst>
              <a:ext uri="{FF2B5EF4-FFF2-40B4-BE49-F238E27FC236}">
                <a16:creationId xmlns:a16="http://schemas.microsoft.com/office/drawing/2014/main" id="{6CAD2DE6-C8C4-0064-1598-44A373CB8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2" y="0"/>
            <a:ext cx="6248393" cy="6858000"/>
          </a:xfrm>
          <a:prstGeom prst="rect">
            <a:avLst/>
          </a:prstGeom>
        </p:spPr>
      </p:pic>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30" name="Textplatzhalter 29">
            <a:extLst>
              <a:ext uri="{FF2B5EF4-FFF2-40B4-BE49-F238E27FC236}">
                <a16:creationId xmlns:a16="http://schemas.microsoft.com/office/drawing/2014/main" id="{FBA8A76B-6DF8-1949-868F-1EFFDBAEEE5F}"/>
              </a:ext>
            </a:extLst>
          </p:cNvPr>
          <p:cNvSpPr>
            <a:spLocks noGrp="1"/>
          </p:cNvSpPr>
          <p:nvPr>
            <p:ph type="body" sz="quarter" idx="12"/>
          </p:nvPr>
        </p:nvSpPr>
        <p:spPr>
          <a:xfrm>
            <a:off x="6729691" y="775565"/>
            <a:ext cx="5039991" cy="815340"/>
          </a:xfrm>
        </p:spPr>
        <p:txBody>
          <a:bodyPr/>
          <a:lstStyle/>
          <a:p>
            <a:pPr lvl="0"/>
            <a:r>
              <a:rPr lang="de-DE"/>
              <a:t>Mastertextformat bearbeiten</a:t>
            </a:r>
          </a:p>
        </p:txBody>
      </p:sp>
      <p:sp>
        <p:nvSpPr>
          <p:cNvPr id="31" name="Textplatzhalter 29">
            <a:extLst>
              <a:ext uri="{FF2B5EF4-FFF2-40B4-BE49-F238E27FC236}">
                <a16:creationId xmlns:a16="http://schemas.microsoft.com/office/drawing/2014/main" id="{4C5CEA1F-7070-AE28-793B-4FEB946F7A27}"/>
              </a:ext>
            </a:extLst>
          </p:cNvPr>
          <p:cNvSpPr>
            <a:spLocks noGrp="1"/>
          </p:cNvSpPr>
          <p:nvPr>
            <p:ph type="body" sz="quarter" idx="13"/>
          </p:nvPr>
        </p:nvSpPr>
        <p:spPr>
          <a:xfrm>
            <a:off x="6729691" y="2202406"/>
            <a:ext cx="5039998" cy="815340"/>
          </a:xfrm>
        </p:spPr>
        <p:txBody>
          <a:bodyPr/>
          <a:lstStyle/>
          <a:p>
            <a:pPr lvl="0"/>
            <a:r>
              <a:rPr lang="de-DE"/>
              <a:t>Mastertextformat bearbeiten</a:t>
            </a:r>
          </a:p>
        </p:txBody>
      </p:sp>
      <p:sp>
        <p:nvSpPr>
          <p:cNvPr id="32" name="Textplatzhalter 29">
            <a:extLst>
              <a:ext uri="{FF2B5EF4-FFF2-40B4-BE49-F238E27FC236}">
                <a16:creationId xmlns:a16="http://schemas.microsoft.com/office/drawing/2014/main" id="{679875F7-EEBB-BE0C-D98A-B01EB41FC81F}"/>
              </a:ext>
            </a:extLst>
          </p:cNvPr>
          <p:cNvSpPr>
            <a:spLocks noGrp="1"/>
          </p:cNvSpPr>
          <p:nvPr>
            <p:ph type="body" sz="quarter" idx="14"/>
          </p:nvPr>
        </p:nvSpPr>
        <p:spPr>
          <a:xfrm>
            <a:off x="6729692" y="3645209"/>
            <a:ext cx="5039999" cy="815340"/>
          </a:xfrm>
        </p:spPr>
        <p:txBody>
          <a:bodyPr/>
          <a:lstStyle/>
          <a:p>
            <a:pPr lvl="0"/>
            <a:r>
              <a:rPr lang="de-DE"/>
              <a:t>Mastertextformat bearbeiten</a:t>
            </a:r>
          </a:p>
        </p:txBody>
      </p:sp>
      <p:sp>
        <p:nvSpPr>
          <p:cNvPr id="33" name="Textplatzhalter 29">
            <a:extLst>
              <a:ext uri="{FF2B5EF4-FFF2-40B4-BE49-F238E27FC236}">
                <a16:creationId xmlns:a16="http://schemas.microsoft.com/office/drawing/2014/main" id="{FD606DBC-89D5-E4EC-63B3-27B2FF2E1A25}"/>
              </a:ext>
            </a:extLst>
          </p:cNvPr>
          <p:cNvSpPr>
            <a:spLocks noGrp="1"/>
          </p:cNvSpPr>
          <p:nvPr>
            <p:ph type="body" sz="quarter" idx="15"/>
          </p:nvPr>
        </p:nvSpPr>
        <p:spPr>
          <a:xfrm>
            <a:off x="6729690" y="5015461"/>
            <a:ext cx="5040000" cy="815340"/>
          </a:xfrm>
        </p:spPr>
        <p:txBody>
          <a:bodyPr/>
          <a:lstStyle/>
          <a:p>
            <a:pPr lvl="0"/>
            <a:r>
              <a:rPr lang="de-DE"/>
              <a:t>Mastertextformat bearbeiten</a:t>
            </a:r>
          </a:p>
        </p:txBody>
      </p:sp>
      <p:cxnSp>
        <p:nvCxnSpPr>
          <p:cNvPr id="4" name="Straight Connector 44">
            <a:extLst>
              <a:ext uri="{FF2B5EF4-FFF2-40B4-BE49-F238E27FC236}">
                <a16:creationId xmlns:a16="http://schemas.microsoft.com/office/drawing/2014/main" id="{5AB4C65B-41E2-AA84-D3D5-5CA4F5290DEA}"/>
              </a:ext>
            </a:extLst>
          </p:cNvPr>
          <p:cNvCxnSpPr>
            <a:cxnSpLocks/>
          </p:cNvCxnSpPr>
          <p:nvPr userDrawn="1"/>
        </p:nvCxnSpPr>
        <p:spPr>
          <a:xfrm>
            <a:off x="6248400" y="-42338"/>
            <a:ext cx="0" cy="70625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 name="Group 77">
            <a:extLst>
              <a:ext uri="{FF2B5EF4-FFF2-40B4-BE49-F238E27FC236}">
                <a16:creationId xmlns:a16="http://schemas.microsoft.com/office/drawing/2014/main" id="{BA72C80F-1D59-FB3B-41B2-D28F6BDAEAE5}"/>
              </a:ext>
            </a:extLst>
          </p:cNvPr>
          <p:cNvGrpSpPr/>
          <p:nvPr/>
        </p:nvGrpSpPr>
        <p:grpSpPr>
          <a:xfrm>
            <a:off x="5840730" y="775564"/>
            <a:ext cx="815340" cy="815340"/>
            <a:chOff x="4876800" y="666750"/>
            <a:chExt cx="304800" cy="304800"/>
          </a:xfrm>
        </p:grpSpPr>
        <p:sp>
          <p:nvSpPr>
            <p:cNvPr id="23" name="Oval 78">
              <a:extLst>
                <a:ext uri="{FF2B5EF4-FFF2-40B4-BE49-F238E27FC236}">
                  <a16:creationId xmlns:a16="http://schemas.microsoft.com/office/drawing/2014/main" id="{2FBCE249-2B5B-E026-331E-C5FABAA6E5F2}"/>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24" name="Oval 79">
              <a:extLst>
                <a:ext uri="{FF2B5EF4-FFF2-40B4-BE49-F238E27FC236}">
                  <a16:creationId xmlns:a16="http://schemas.microsoft.com/office/drawing/2014/main" id="{464B8D45-6349-BC69-E149-AFBC02C5BE10}"/>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6" name="Group 77">
            <a:extLst>
              <a:ext uri="{FF2B5EF4-FFF2-40B4-BE49-F238E27FC236}">
                <a16:creationId xmlns:a16="http://schemas.microsoft.com/office/drawing/2014/main" id="{5D7539AA-5333-0012-8983-B544159F17EA}"/>
              </a:ext>
            </a:extLst>
          </p:cNvPr>
          <p:cNvGrpSpPr/>
          <p:nvPr/>
        </p:nvGrpSpPr>
        <p:grpSpPr>
          <a:xfrm>
            <a:off x="5840730" y="2202406"/>
            <a:ext cx="815340" cy="815340"/>
            <a:chOff x="4876800" y="666750"/>
            <a:chExt cx="304800" cy="304800"/>
          </a:xfrm>
        </p:grpSpPr>
        <p:sp>
          <p:nvSpPr>
            <p:cNvPr id="18" name="Oval 78">
              <a:extLst>
                <a:ext uri="{FF2B5EF4-FFF2-40B4-BE49-F238E27FC236}">
                  <a16:creationId xmlns:a16="http://schemas.microsoft.com/office/drawing/2014/main" id="{853255DB-E2AB-40EC-37CC-4EFABC1E4A64}"/>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19" name="Oval 79">
              <a:extLst>
                <a:ext uri="{FF2B5EF4-FFF2-40B4-BE49-F238E27FC236}">
                  <a16:creationId xmlns:a16="http://schemas.microsoft.com/office/drawing/2014/main" id="{E5757655-62A9-EA55-90B6-5A56EB06634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6" name="Group 77">
            <a:extLst>
              <a:ext uri="{FF2B5EF4-FFF2-40B4-BE49-F238E27FC236}">
                <a16:creationId xmlns:a16="http://schemas.microsoft.com/office/drawing/2014/main" id="{E0732373-31BB-1C89-B2CA-514B38462928}"/>
              </a:ext>
            </a:extLst>
          </p:cNvPr>
          <p:cNvGrpSpPr/>
          <p:nvPr/>
        </p:nvGrpSpPr>
        <p:grpSpPr>
          <a:xfrm>
            <a:off x="5840730" y="3645209"/>
            <a:ext cx="815340" cy="815340"/>
            <a:chOff x="4876800" y="666750"/>
            <a:chExt cx="304800" cy="304800"/>
          </a:xfrm>
        </p:grpSpPr>
        <p:sp>
          <p:nvSpPr>
            <p:cNvPr id="8" name="Oval 78">
              <a:extLst>
                <a:ext uri="{FF2B5EF4-FFF2-40B4-BE49-F238E27FC236}">
                  <a16:creationId xmlns:a16="http://schemas.microsoft.com/office/drawing/2014/main" id="{240F6B21-AEDF-E9CE-0700-C3C4B1E881A7}"/>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9" name="Oval 79">
              <a:extLst>
                <a:ext uri="{FF2B5EF4-FFF2-40B4-BE49-F238E27FC236}">
                  <a16:creationId xmlns:a16="http://schemas.microsoft.com/office/drawing/2014/main" id="{36AA3A8A-2B79-CB9E-70B4-038C1F39229C}"/>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1" name="Group 77">
            <a:extLst>
              <a:ext uri="{FF2B5EF4-FFF2-40B4-BE49-F238E27FC236}">
                <a16:creationId xmlns:a16="http://schemas.microsoft.com/office/drawing/2014/main" id="{5F981055-BF3B-CE70-845E-04F8647BE8C6}"/>
              </a:ext>
            </a:extLst>
          </p:cNvPr>
          <p:cNvGrpSpPr/>
          <p:nvPr/>
        </p:nvGrpSpPr>
        <p:grpSpPr>
          <a:xfrm>
            <a:off x="5840730" y="5015461"/>
            <a:ext cx="815340" cy="815340"/>
            <a:chOff x="4876800" y="666750"/>
            <a:chExt cx="304800" cy="304800"/>
          </a:xfrm>
        </p:grpSpPr>
        <p:sp>
          <p:nvSpPr>
            <p:cNvPr id="13" name="Oval 78">
              <a:extLst>
                <a:ext uri="{FF2B5EF4-FFF2-40B4-BE49-F238E27FC236}">
                  <a16:creationId xmlns:a16="http://schemas.microsoft.com/office/drawing/2014/main" id="{1ED7C059-F301-4901-7B25-5A6D400FAC0A}"/>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sp>
          <p:nvSpPr>
            <p:cNvPr id="14" name="Oval 79">
              <a:extLst>
                <a:ext uri="{FF2B5EF4-FFF2-40B4-BE49-F238E27FC236}">
                  <a16:creationId xmlns:a16="http://schemas.microsoft.com/office/drawing/2014/main" id="{79AE2105-D10F-7879-2391-DBF116CF4B5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grpSp>
    </p:spTree>
    <p:extLst>
      <p:ext uri="{BB962C8B-B14F-4D97-AF65-F5344CB8AC3E}">
        <p14:creationId xmlns:p14="http://schemas.microsoft.com/office/powerpoint/2010/main" val="3843224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0_outline_two main parts">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B2C18F56-8054-DE4F-A72D-24E0E4855414}"/>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9" name="Inhaltsplatzhalter 7">
            <a:extLst>
              <a:ext uri="{FF2B5EF4-FFF2-40B4-BE49-F238E27FC236}">
                <a16:creationId xmlns:a16="http://schemas.microsoft.com/office/drawing/2014/main" id="{D8A8100B-AAA6-952A-515C-D83D2A9C0F43}"/>
              </a:ext>
            </a:extLst>
          </p:cNvPr>
          <p:cNvSpPr>
            <a:spLocks noGrp="1"/>
          </p:cNvSpPr>
          <p:nvPr>
            <p:ph sz="quarter" idx="13"/>
          </p:nvPr>
        </p:nvSpPr>
        <p:spPr>
          <a:xfrm>
            <a:off x="360000" y="2879999"/>
            <a:ext cx="5400000" cy="270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Inhaltsplatzhalter 7">
            <a:extLst>
              <a:ext uri="{FF2B5EF4-FFF2-40B4-BE49-F238E27FC236}">
                <a16:creationId xmlns:a16="http://schemas.microsoft.com/office/drawing/2014/main" id="{2787E8B0-9F2F-53D8-6497-8AFEA37CDC21}"/>
              </a:ext>
            </a:extLst>
          </p:cNvPr>
          <p:cNvSpPr>
            <a:spLocks noGrp="1"/>
          </p:cNvSpPr>
          <p:nvPr>
            <p:ph sz="quarter" idx="14"/>
          </p:nvPr>
        </p:nvSpPr>
        <p:spPr>
          <a:xfrm>
            <a:off x="6432000" y="2879999"/>
            <a:ext cx="5400000" cy="270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11">
            <a:extLst>
              <a:ext uri="{FF2B5EF4-FFF2-40B4-BE49-F238E27FC236}">
                <a16:creationId xmlns:a16="http://schemas.microsoft.com/office/drawing/2014/main" id="{2C449431-4CFF-3773-819A-E1C5A6DC37DF}"/>
              </a:ext>
            </a:extLst>
          </p:cNvPr>
          <p:cNvSpPr>
            <a:spLocks noGrp="1"/>
          </p:cNvSpPr>
          <p:nvPr>
            <p:ph type="body" sz="quarter" idx="15"/>
          </p:nvPr>
        </p:nvSpPr>
        <p:spPr>
          <a:xfrm>
            <a:off x="960583" y="1080002"/>
            <a:ext cx="10871056" cy="976403"/>
          </a:xfrm>
        </p:spPr>
        <p:txBody>
          <a:bodyPr/>
          <a:lstStyle>
            <a:lvl1pPr>
              <a:defRPr sz="4800" b="1"/>
            </a:lvl1pPr>
          </a:lstStyle>
          <a:p>
            <a:pPr lvl="0"/>
            <a:r>
              <a:rPr lang="de-DE"/>
              <a:t>Mastertextformat bearbeiten</a:t>
            </a:r>
          </a:p>
        </p:txBody>
      </p:sp>
      <p:sp>
        <p:nvSpPr>
          <p:cNvPr id="13" name="Pfeil: Chevron 35">
            <a:extLst>
              <a:ext uri="{FF2B5EF4-FFF2-40B4-BE49-F238E27FC236}">
                <a16:creationId xmlns:a16="http://schemas.microsoft.com/office/drawing/2014/main" id="{D8AEC6A5-7974-CF65-7D5A-907545855C62}"/>
              </a:ext>
            </a:extLst>
          </p:cNvPr>
          <p:cNvSpPr>
            <a:spLocks/>
          </p:cNvSpPr>
          <p:nvPr userDrawn="1"/>
        </p:nvSpPr>
        <p:spPr>
          <a:xfrm>
            <a:off x="360001" y="1080002"/>
            <a:ext cx="600582" cy="976403"/>
          </a:xfrm>
          <a:prstGeom prst="chevron">
            <a:avLst>
              <a:gd name="adj" fmla="val 36159"/>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7986" tIns="71991" rIns="107986" bIns="71991" rtlCol="0" anchor="t" anchorCtr="0"/>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chemeClr val="tx1"/>
              </a:solidFill>
              <a:effectLst/>
              <a:uLnTx/>
              <a:uFillTx/>
              <a:latin typeface="Arial"/>
              <a:ea typeface="+mn-ea"/>
              <a:cs typeface="+mn-cs"/>
            </a:endParaRPr>
          </a:p>
        </p:txBody>
      </p:sp>
    </p:spTree>
    <p:extLst>
      <p:ext uri="{BB962C8B-B14F-4D97-AF65-F5344CB8AC3E}">
        <p14:creationId xmlns:p14="http://schemas.microsoft.com/office/powerpoint/2010/main" val="4100208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0_Outline_Webina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349511-C775-D294-3244-12897CC5DB94}"/>
              </a:ext>
            </a:extLst>
          </p:cNvPr>
          <p:cNvSpPr>
            <a:spLocks noGrp="1"/>
          </p:cNvSpPr>
          <p:nvPr>
            <p:ph type="title"/>
          </p:nvPr>
        </p:nvSpPr>
        <p:spPr>
          <a:xfrm>
            <a:off x="359999" y="720000"/>
            <a:ext cx="11520000" cy="648000"/>
          </a:xfrm>
        </p:spPr>
        <p:txBody>
          <a:bodyPr/>
          <a:lstStyle>
            <a:lvl1pPr>
              <a:defRPr sz="3200"/>
            </a:lvl1pPr>
          </a:lstStyle>
          <a:p>
            <a:r>
              <a:rPr lang="de-DE"/>
              <a:t>Mastertitelformat bearbeiten</a:t>
            </a:r>
          </a:p>
        </p:txBody>
      </p:sp>
      <p:sp>
        <p:nvSpPr>
          <p:cNvPr id="3" name="Fußzeilenplatzhalter 2">
            <a:extLst>
              <a:ext uri="{FF2B5EF4-FFF2-40B4-BE49-F238E27FC236}">
                <a16:creationId xmlns:a16="http://schemas.microsoft.com/office/drawing/2014/main" id="{D711C763-9D14-18B1-7663-E4E7B3D9AF8F}"/>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15" name="Bildplatzhalter 14">
            <a:extLst>
              <a:ext uri="{FF2B5EF4-FFF2-40B4-BE49-F238E27FC236}">
                <a16:creationId xmlns:a16="http://schemas.microsoft.com/office/drawing/2014/main" id="{88FA550F-B45F-E0B5-275E-ACD96B67692B}"/>
              </a:ext>
            </a:extLst>
          </p:cNvPr>
          <p:cNvSpPr>
            <a:spLocks noGrp="1"/>
          </p:cNvSpPr>
          <p:nvPr>
            <p:ph type="pic" sz="quarter" idx="11"/>
          </p:nvPr>
        </p:nvSpPr>
        <p:spPr>
          <a:xfrm>
            <a:off x="900001" y="1800000"/>
            <a:ext cx="2519782" cy="2880000"/>
          </a:xfrm>
        </p:spPr>
        <p:txBody>
          <a:bodyPr/>
          <a:lstStyle/>
          <a:p>
            <a:endParaRPr lang="de-DE"/>
          </a:p>
        </p:txBody>
      </p:sp>
      <p:sp>
        <p:nvSpPr>
          <p:cNvPr id="17" name="Textplatzhalter 16">
            <a:extLst>
              <a:ext uri="{FF2B5EF4-FFF2-40B4-BE49-F238E27FC236}">
                <a16:creationId xmlns:a16="http://schemas.microsoft.com/office/drawing/2014/main" id="{056C4796-7C67-EC34-F347-6276F45175E0}"/>
              </a:ext>
            </a:extLst>
          </p:cNvPr>
          <p:cNvSpPr>
            <a:spLocks noGrp="1"/>
          </p:cNvSpPr>
          <p:nvPr>
            <p:ph type="body" sz="quarter" idx="12"/>
          </p:nvPr>
        </p:nvSpPr>
        <p:spPr>
          <a:xfrm>
            <a:off x="900000" y="4788000"/>
            <a:ext cx="2520000" cy="648000"/>
          </a:xfrm>
          <a:solidFill>
            <a:srgbClr val="009999"/>
          </a:solidFill>
        </p:spPr>
        <p:txBody>
          <a:bodyPr/>
          <a:lstStyle>
            <a:lvl1pPr>
              <a:defRPr sz="1801" b="1">
                <a:solidFill>
                  <a:schemeClr val="tx2"/>
                </a:solidFill>
              </a:defRPr>
            </a:lvl1pPr>
            <a:lvl2pPr>
              <a:defRPr sz="1801" b="1">
                <a:solidFill>
                  <a:schemeClr val="tx2"/>
                </a:solidFill>
              </a:defRPr>
            </a:lvl2pPr>
            <a:lvl3pPr>
              <a:defRPr sz="1801" b="1">
                <a:solidFill>
                  <a:schemeClr val="tx2"/>
                </a:solidFill>
              </a:defRPr>
            </a:lvl3pPr>
            <a:lvl4pPr>
              <a:defRPr sz="1801" b="1">
                <a:solidFill>
                  <a:schemeClr val="tx2"/>
                </a:solidFill>
              </a:defRPr>
            </a:lvl4pPr>
            <a:lvl5pPr>
              <a:defRPr sz="1801" b="1">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Bildplatzhalter 14">
            <a:extLst>
              <a:ext uri="{FF2B5EF4-FFF2-40B4-BE49-F238E27FC236}">
                <a16:creationId xmlns:a16="http://schemas.microsoft.com/office/drawing/2014/main" id="{868C0BB1-0199-CDAF-AC14-48E5A9B873D2}"/>
              </a:ext>
            </a:extLst>
          </p:cNvPr>
          <p:cNvSpPr>
            <a:spLocks noGrp="1"/>
          </p:cNvSpPr>
          <p:nvPr>
            <p:ph type="pic" sz="quarter" idx="13"/>
          </p:nvPr>
        </p:nvSpPr>
        <p:spPr>
          <a:xfrm>
            <a:off x="3528001" y="1800000"/>
            <a:ext cx="2519782" cy="2880000"/>
          </a:xfrm>
        </p:spPr>
        <p:txBody>
          <a:bodyPr/>
          <a:lstStyle/>
          <a:p>
            <a:endParaRPr lang="de-DE"/>
          </a:p>
        </p:txBody>
      </p:sp>
      <p:sp>
        <p:nvSpPr>
          <p:cNvPr id="19" name="Textplatzhalter 16">
            <a:extLst>
              <a:ext uri="{FF2B5EF4-FFF2-40B4-BE49-F238E27FC236}">
                <a16:creationId xmlns:a16="http://schemas.microsoft.com/office/drawing/2014/main" id="{D029C5AE-162C-CA8E-87B2-0DAD9BB6FDEC}"/>
              </a:ext>
            </a:extLst>
          </p:cNvPr>
          <p:cNvSpPr>
            <a:spLocks noGrp="1"/>
          </p:cNvSpPr>
          <p:nvPr>
            <p:ph type="body" sz="quarter" idx="14"/>
          </p:nvPr>
        </p:nvSpPr>
        <p:spPr>
          <a:xfrm>
            <a:off x="3527820" y="4788000"/>
            <a:ext cx="2520000" cy="648000"/>
          </a:xfrm>
          <a:solidFill>
            <a:srgbClr val="009999"/>
          </a:solidFill>
        </p:spPr>
        <p:txBody>
          <a:bodyPr/>
          <a:lstStyle>
            <a:lvl1pPr>
              <a:defRPr sz="1801" b="1">
                <a:solidFill>
                  <a:schemeClr val="tx2"/>
                </a:solidFill>
              </a:defRPr>
            </a:lvl1pPr>
            <a:lvl2pPr>
              <a:defRPr sz="1801" b="1">
                <a:solidFill>
                  <a:schemeClr val="tx2"/>
                </a:solidFill>
              </a:defRPr>
            </a:lvl2pPr>
            <a:lvl3pPr>
              <a:defRPr sz="1801" b="1">
                <a:solidFill>
                  <a:schemeClr val="tx2"/>
                </a:solidFill>
              </a:defRPr>
            </a:lvl3pPr>
            <a:lvl4pPr>
              <a:defRPr sz="1801" b="1">
                <a:solidFill>
                  <a:schemeClr val="tx2"/>
                </a:solidFill>
              </a:defRPr>
            </a:lvl4pPr>
            <a:lvl5pPr>
              <a:defRPr sz="1801" b="1">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0" name="Bildplatzhalter 14">
            <a:extLst>
              <a:ext uri="{FF2B5EF4-FFF2-40B4-BE49-F238E27FC236}">
                <a16:creationId xmlns:a16="http://schemas.microsoft.com/office/drawing/2014/main" id="{38E18D1E-3906-1363-EC0D-0294D189D830}"/>
              </a:ext>
            </a:extLst>
          </p:cNvPr>
          <p:cNvSpPr>
            <a:spLocks noGrp="1"/>
          </p:cNvSpPr>
          <p:nvPr>
            <p:ph type="pic" sz="quarter" idx="15"/>
          </p:nvPr>
        </p:nvSpPr>
        <p:spPr>
          <a:xfrm>
            <a:off x="6156001" y="1800000"/>
            <a:ext cx="2519782" cy="2880000"/>
          </a:xfrm>
        </p:spPr>
        <p:txBody>
          <a:bodyPr/>
          <a:lstStyle/>
          <a:p>
            <a:endParaRPr lang="de-DE"/>
          </a:p>
        </p:txBody>
      </p:sp>
      <p:sp>
        <p:nvSpPr>
          <p:cNvPr id="21" name="Textplatzhalter 16">
            <a:extLst>
              <a:ext uri="{FF2B5EF4-FFF2-40B4-BE49-F238E27FC236}">
                <a16:creationId xmlns:a16="http://schemas.microsoft.com/office/drawing/2014/main" id="{142F49C9-1BEA-FDB4-9F2A-C7FB1A55C561}"/>
              </a:ext>
            </a:extLst>
          </p:cNvPr>
          <p:cNvSpPr>
            <a:spLocks noGrp="1"/>
          </p:cNvSpPr>
          <p:nvPr>
            <p:ph type="body" sz="quarter" idx="16"/>
          </p:nvPr>
        </p:nvSpPr>
        <p:spPr>
          <a:xfrm>
            <a:off x="6156000" y="4788000"/>
            <a:ext cx="2520000" cy="648000"/>
          </a:xfrm>
          <a:solidFill>
            <a:srgbClr val="009999"/>
          </a:solidFill>
        </p:spPr>
        <p:txBody>
          <a:bodyPr/>
          <a:lstStyle>
            <a:lvl1pPr>
              <a:defRPr sz="1801" b="1">
                <a:solidFill>
                  <a:schemeClr val="tx2"/>
                </a:solidFill>
              </a:defRPr>
            </a:lvl1pPr>
            <a:lvl2pPr>
              <a:defRPr sz="1801" b="1">
                <a:solidFill>
                  <a:schemeClr val="tx2"/>
                </a:solidFill>
              </a:defRPr>
            </a:lvl2pPr>
            <a:lvl3pPr>
              <a:defRPr sz="1801" b="1">
                <a:solidFill>
                  <a:schemeClr val="tx2"/>
                </a:solidFill>
              </a:defRPr>
            </a:lvl3pPr>
            <a:lvl4pPr>
              <a:defRPr sz="1801" b="1">
                <a:solidFill>
                  <a:schemeClr val="tx2"/>
                </a:solidFill>
              </a:defRPr>
            </a:lvl4pPr>
            <a:lvl5pPr>
              <a:defRPr sz="1801" b="1">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2" name="Bildplatzhalter 14">
            <a:extLst>
              <a:ext uri="{FF2B5EF4-FFF2-40B4-BE49-F238E27FC236}">
                <a16:creationId xmlns:a16="http://schemas.microsoft.com/office/drawing/2014/main" id="{2E797F5B-CB66-3BA4-ED0D-C56D2484E1C5}"/>
              </a:ext>
            </a:extLst>
          </p:cNvPr>
          <p:cNvSpPr>
            <a:spLocks noGrp="1"/>
          </p:cNvSpPr>
          <p:nvPr>
            <p:ph type="pic" sz="quarter" idx="17"/>
          </p:nvPr>
        </p:nvSpPr>
        <p:spPr>
          <a:xfrm>
            <a:off x="8784001" y="1800000"/>
            <a:ext cx="2519782" cy="2880000"/>
          </a:xfrm>
        </p:spPr>
        <p:txBody>
          <a:bodyPr/>
          <a:lstStyle/>
          <a:p>
            <a:endParaRPr lang="de-DE"/>
          </a:p>
        </p:txBody>
      </p:sp>
      <p:sp>
        <p:nvSpPr>
          <p:cNvPr id="23" name="Textplatzhalter 16">
            <a:extLst>
              <a:ext uri="{FF2B5EF4-FFF2-40B4-BE49-F238E27FC236}">
                <a16:creationId xmlns:a16="http://schemas.microsoft.com/office/drawing/2014/main" id="{0F90E591-028F-AF73-4D5F-3C5DF99509F4}"/>
              </a:ext>
            </a:extLst>
          </p:cNvPr>
          <p:cNvSpPr>
            <a:spLocks noGrp="1"/>
          </p:cNvSpPr>
          <p:nvPr>
            <p:ph type="body" sz="quarter" idx="18"/>
          </p:nvPr>
        </p:nvSpPr>
        <p:spPr>
          <a:xfrm>
            <a:off x="8784000" y="4788000"/>
            <a:ext cx="2520000" cy="648000"/>
          </a:xfrm>
          <a:solidFill>
            <a:srgbClr val="009999"/>
          </a:solidFill>
        </p:spPr>
        <p:txBody>
          <a:bodyPr/>
          <a:lstStyle>
            <a:lvl1pPr>
              <a:defRPr sz="1801" b="1">
                <a:solidFill>
                  <a:schemeClr val="tx2"/>
                </a:solidFill>
              </a:defRPr>
            </a:lvl1pPr>
            <a:lvl2pPr>
              <a:defRPr sz="1801" b="1">
                <a:solidFill>
                  <a:schemeClr val="tx2"/>
                </a:solidFill>
              </a:defRPr>
            </a:lvl2pPr>
            <a:lvl3pPr>
              <a:defRPr sz="1801" b="1">
                <a:solidFill>
                  <a:schemeClr val="tx2"/>
                </a:solidFill>
              </a:defRPr>
            </a:lvl3pPr>
            <a:lvl4pPr>
              <a:defRPr sz="1801" b="1">
                <a:solidFill>
                  <a:schemeClr val="tx2"/>
                </a:solidFill>
              </a:defRPr>
            </a:lvl4pPr>
            <a:lvl5pPr>
              <a:defRPr sz="1801" b="1">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2738040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0_outline_big picture and main parts">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4761FCEE-CCF0-6C46-D328-707B28FEBA10}"/>
              </a:ext>
            </a:extLst>
          </p:cNvPr>
          <p:cNvSpPr>
            <a:spLocks noGrp="1"/>
          </p:cNvSpPr>
          <p:nvPr>
            <p:ph type="pic" sz="quarter" idx="11"/>
          </p:nvPr>
        </p:nvSpPr>
        <p:spPr>
          <a:xfrm>
            <a:off x="-1" y="0"/>
            <a:ext cx="6120000" cy="6858000"/>
          </a:xfrm>
        </p:spPr>
        <p:txBody>
          <a:bodyPr/>
          <a:lstStyle/>
          <a:p>
            <a:endParaRPr lang="de-DE"/>
          </a:p>
        </p:txBody>
      </p:sp>
      <p:sp>
        <p:nvSpPr>
          <p:cNvPr id="2" name="Titel 1">
            <a:extLst>
              <a:ext uri="{FF2B5EF4-FFF2-40B4-BE49-F238E27FC236}">
                <a16:creationId xmlns:a16="http://schemas.microsoft.com/office/drawing/2014/main" id="{ECFEF3D6-062F-4EE1-DB02-8849CFEC9681}"/>
              </a:ext>
            </a:extLst>
          </p:cNvPr>
          <p:cNvSpPr>
            <a:spLocks noGrp="1"/>
          </p:cNvSpPr>
          <p:nvPr>
            <p:ph type="title"/>
          </p:nvPr>
        </p:nvSpPr>
        <p:spPr>
          <a:xfrm>
            <a:off x="6660000" y="1080000"/>
            <a:ext cx="5220000" cy="648000"/>
          </a:xfrm>
        </p:spPr>
        <p:txBody>
          <a:bodyPr lIns="72000" anchor="ctr"/>
          <a:lstStyle>
            <a:lvl1pPr>
              <a:defRPr sz="2400"/>
            </a:lvl1pPr>
          </a:lstStyle>
          <a:p>
            <a:r>
              <a:rPr lang="de-DE"/>
              <a:t>Mastertitelformat bearbeiten</a:t>
            </a:r>
          </a:p>
        </p:txBody>
      </p:sp>
      <p:sp>
        <p:nvSpPr>
          <p:cNvPr id="4" name="Pfeil: Chevron 35">
            <a:extLst>
              <a:ext uri="{FF2B5EF4-FFF2-40B4-BE49-F238E27FC236}">
                <a16:creationId xmlns:a16="http://schemas.microsoft.com/office/drawing/2014/main" id="{3E65F3EC-36C8-6D0D-AA76-4A79E9ABC31D}"/>
              </a:ext>
            </a:extLst>
          </p:cNvPr>
          <p:cNvSpPr>
            <a:spLocks/>
          </p:cNvSpPr>
          <p:nvPr userDrawn="1"/>
        </p:nvSpPr>
        <p:spPr>
          <a:xfrm>
            <a:off x="6360620" y="1144852"/>
            <a:ext cx="299380" cy="518299"/>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7986" tIns="71991" rIns="107986" bIns="71991" rtlCol="0" anchor="t" anchorCtr="0"/>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chemeClr val="tx1"/>
              </a:solidFill>
              <a:effectLst/>
              <a:uLnTx/>
              <a:uFillTx/>
              <a:latin typeface="Arial"/>
              <a:ea typeface="+mn-ea"/>
              <a:cs typeface="+mn-cs"/>
            </a:endParaRPr>
          </a:p>
        </p:txBody>
      </p:sp>
      <p:sp>
        <p:nvSpPr>
          <p:cNvPr id="8" name="Textplatzhalter 7">
            <a:extLst>
              <a:ext uri="{FF2B5EF4-FFF2-40B4-BE49-F238E27FC236}">
                <a16:creationId xmlns:a16="http://schemas.microsoft.com/office/drawing/2014/main" id="{C4CB5494-84EE-E1CD-99F8-2F20ABEB2D4C}"/>
              </a:ext>
            </a:extLst>
          </p:cNvPr>
          <p:cNvSpPr>
            <a:spLocks noGrp="1"/>
          </p:cNvSpPr>
          <p:nvPr>
            <p:ph type="body" sz="quarter" idx="12"/>
          </p:nvPr>
        </p:nvSpPr>
        <p:spPr>
          <a:xfrm>
            <a:off x="6659999" y="1980000"/>
            <a:ext cx="5220000" cy="396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a:extLst>
              <a:ext uri="{FF2B5EF4-FFF2-40B4-BE49-F238E27FC236}">
                <a16:creationId xmlns:a16="http://schemas.microsoft.com/office/drawing/2014/main" id="{F1D36255-C907-5D3A-0ADF-0C48A8A75C8E}"/>
              </a:ext>
            </a:extLst>
          </p:cNvPr>
          <p:cNvSpPr>
            <a:spLocks noGrp="1"/>
          </p:cNvSpPr>
          <p:nvPr>
            <p:ph type="ftr" sz="quarter" idx="10"/>
          </p:nvPr>
        </p:nvSpPr>
        <p:spPr/>
        <p:txBody>
          <a:bodyPr/>
          <a:lstStyle/>
          <a:p>
            <a:pPr defTabSz="914332">
              <a:buClr>
                <a:srgbClr val="009999"/>
              </a:buClr>
            </a:pPr>
            <a:r>
              <a:rPr lang="en-US" kern="0"/>
              <a:t>© BCT Technology AG 2026</a:t>
            </a:r>
          </a:p>
        </p:txBody>
      </p:sp>
    </p:spTree>
    <p:extLst>
      <p:ext uri="{BB962C8B-B14F-4D97-AF65-F5344CB8AC3E}">
        <p14:creationId xmlns:p14="http://schemas.microsoft.com/office/powerpoint/2010/main" val="25618502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0_outline_big picture and main parts 2">
    <p:bg>
      <p:bgRef idx="1001">
        <a:schemeClr val="bg2"/>
      </p:bgRef>
    </p:bg>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70EFA0DF-0C35-C3E0-8B0F-126636F7649E}"/>
              </a:ext>
            </a:extLst>
          </p:cNvPr>
          <p:cNvSpPr>
            <a:spLocks noGrp="1"/>
          </p:cNvSpPr>
          <p:nvPr>
            <p:ph type="pic" sz="quarter" idx="10"/>
          </p:nvPr>
        </p:nvSpPr>
        <p:spPr>
          <a:xfrm>
            <a:off x="6096000" y="0"/>
            <a:ext cx="6096000" cy="6858000"/>
          </a:xfrm>
        </p:spPr>
        <p:txBody>
          <a:bodyPr/>
          <a:lstStyle/>
          <a:p>
            <a:endParaRPr lang="de-DE"/>
          </a:p>
        </p:txBody>
      </p:sp>
      <p:sp>
        <p:nvSpPr>
          <p:cNvPr id="3" name="Titel 10">
            <a:extLst>
              <a:ext uri="{FF2B5EF4-FFF2-40B4-BE49-F238E27FC236}">
                <a16:creationId xmlns:a16="http://schemas.microsoft.com/office/drawing/2014/main" id="{DCFBFC0A-64B2-53D1-F4D5-8307B6A4ADB3}"/>
              </a:ext>
            </a:extLst>
          </p:cNvPr>
          <p:cNvSpPr>
            <a:spLocks noGrp="1"/>
          </p:cNvSpPr>
          <p:nvPr>
            <p:ph type="title"/>
          </p:nvPr>
        </p:nvSpPr>
        <p:spPr>
          <a:xfrm>
            <a:off x="411217" y="1414464"/>
            <a:ext cx="10964994" cy="976403"/>
          </a:xfrm>
          <a:blipFill dpi="0" rotWithShape="1">
            <a:blip>
              <a:extLst>
                <a:ext uri="{96DAC541-7B7A-43D3-8B79-37D633B846F1}">
                  <asvg:svgBlip xmlns:asvg="http://schemas.microsoft.com/office/drawing/2016/SVG/main" r:embed="rId2"/>
                </a:ext>
              </a:extLst>
            </a:blip>
            <a:srcRect/>
            <a:stretch>
              <a:fillRect l="-507" t="-1798" r="-507" b="-1798"/>
            </a:stretch>
          </a:blipFill>
        </p:spPr>
        <p:txBody>
          <a:bodyPr tIns="144000"/>
          <a:lstStyle>
            <a:lvl1pPr marL="449274" indent="0">
              <a:defRPr sz="6000">
                <a:solidFill>
                  <a:schemeClr val="tx1"/>
                </a:solidFill>
              </a:defRPr>
            </a:lvl1pPr>
          </a:lstStyle>
          <a:p>
            <a:r>
              <a:rPr lang="de-DE"/>
              <a:t>Mastertitelformat bearbeiten</a:t>
            </a:r>
          </a:p>
        </p:txBody>
      </p:sp>
      <p:sp>
        <p:nvSpPr>
          <p:cNvPr id="6" name="Textplatzhalter 5">
            <a:extLst>
              <a:ext uri="{FF2B5EF4-FFF2-40B4-BE49-F238E27FC236}">
                <a16:creationId xmlns:a16="http://schemas.microsoft.com/office/drawing/2014/main" id="{593570EA-0E0A-9349-1D3B-CCE28ADDB25F}"/>
              </a:ext>
            </a:extLst>
          </p:cNvPr>
          <p:cNvSpPr>
            <a:spLocks noGrp="1"/>
          </p:cNvSpPr>
          <p:nvPr>
            <p:ph type="body" sz="quarter" idx="11"/>
          </p:nvPr>
        </p:nvSpPr>
        <p:spPr>
          <a:xfrm>
            <a:off x="896471" y="2390867"/>
            <a:ext cx="3881438" cy="3073400"/>
          </a:xfrm>
        </p:spPr>
        <p:txBody>
          <a:bodyPr/>
          <a:lstStyle>
            <a:lvl1pPr>
              <a:defRPr sz="2000">
                <a:solidFill>
                  <a:schemeClr val="tx1"/>
                </a:solidFill>
              </a:defRPr>
            </a:lvl1pPr>
            <a:lvl2pPr>
              <a:defRPr sz="2000">
                <a:solidFill>
                  <a:schemeClr val="tx1"/>
                </a:solidFill>
              </a:defRPr>
            </a:lvl2pPr>
            <a:lvl3pPr>
              <a:defRPr sz="2000">
                <a:solidFill>
                  <a:schemeClr val="tx1"/>
                </a:solidFill>
              </a:defRPr>
            </a:lvl3pPr>
            <a:lvl4pPr>
              <a:defRPr sz="2000">
                <a:solidFill>
                  <a:schemeClr val="tx1"/>
                </a:solidFill>
              </a:defRPr>
            </a:lvl4pPr>
            <a:lvl5pPr>
              <a:defRPr sz="20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1136819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8"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3"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4" userDrawn="1">
          <p15:clr>
            <a:srgbClr val="65CEFF"/>
          </p15:clr>
        </p15:guide>
        <p15:guide id="18" orient="horz" pos="4157" userDrawn="1">
          <p15:clr>
            <a:srgbClr val="65CE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0_DEMO_outline SD modules">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BE7B7E1F-7E36-EC31-F548-3822F19B5FB1}"/>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4" name="Titel 1">
            <a:extLst>
              <a:ext uri="{FF2B5EF4-FFF2-40B4-BE49-F238E27FC236}">
                <a16:creationId xmlns:a16="http://schemas.microsoft.com/office/drawing/2014/main" id="{83B9037B-27E4-1EDD-4510-AF550CB53AB0}"/>
              </a:ext>
            </a:extLst>
          </p:cNvPr>
          <p:cNvSpPr txBox="1">
            <a:spLocks/>
          </p:cNvSpPr>
          <p:nvPr userDrawn="1"/>
        </p:nvSpPr>
        <p:spPr bwMode="black">
          <a:xfrm>
            <a:off x="949326" y="563935"/>
            <a:ext cx="10798594" cy="1157188"/>
          </a:xfrm>
          <a:prstGeom prst="rect">
            <a:avLst/>
          </a:prstGeom>
        </p:spPr>
        <p:txBody>
          <a:bodyPr vert="horz" lIns="0" tIns="0" rIns="0" bIns="0" rtlCol="0" anchor="t" anchorCtr="0">
            <a:noAutofit/>
          </a:bodyPr>
          <a:lstStyle>
            <a:lvl1pPr defTabSz="914309">
              <a:lnSpc>
                <a:spcPct val="90000"/>
              </a:lnSpc>
              <a:spcBef>
                <a:spcPct val="0"/>
              </a:spcBef>
              <a:buNone/>
              <a:defRPr sz="7999" b="0">
                <a:gradFill>
                  <a:gsLst>
                    <a:gs pos="20000">
                      <a:srgbClr val="00FFB9"/>
                    </a:gs>
                    <a:gs pos="70000">
                      <a:srgbClr val="00E6DC"/>
                    </a:gs>
                  </a:gsLst>
                  <a:lin ang="0" scaled="1"/>
                </a:gradFill>
                <a:latin typeface="+mj-lt"/>
                <a:ea typeface="+mj-ea"/>
                <a:cs typeface="+mj-cs"/>
              </a:defRPr>
            </a:lvl1pPr>
          </a:lstStyle>
          <a:p>
            <a:pPr lvl="0"/>
            <a:r>
              <a:rPr lang="de-CH" sz="7999"/>
              <a:t>Key Topics</a:t>
            </a:r>
            <a:endParaRPr lang="en-CH" sz="7999"/>
          </a:p>
        </p:txBody>
      </p:sp>
      <p:pic>
        <p:nvPicPr>
          <p:cNvPr id="15" name="Grafik 14">
            <a:extLst>
              <a:ext uri="{FF2B5EF4-FFF2-40B4-BE49-F238E27FC236}">
                <a16:creationId xmlns:a16="http://schemas.microsoft.com/office/drawing/2014/main" id="{C10DFCFE-549C-0F10-C60B-E510F33F02B8}"/>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10000327" y="1798793"/>
            <a:ext cx="2317403" cy="2317403"/>
          </a:xfrm>
          <a:prstGeom prst="rect">
            <a:avLst/>
          </a:prstGeom>
        </p:spPr>
      </p:pic>
      <p:cxnSp>
        <p:nvCxnSpPr>
          <p:cNvPr id="5" name="Gerader Verbinder 4">
            <a:extLst>
              <a:ext uri="{FF2B5EF4-FFF2-40B4-BE49-F238E27FC236}">
                <a16:creationId xmlns:a16="http://schemas.microsoft.com/office/drawing/2014/main" id="{F255B99A-61D3-5961-62F8-B8F63C125A3C}"/>
              </a:ext>
            </a:extLst>
          </p:cNvPr>
          <p:cNvCxnSpPr>
            <a:cxnSpLocks/>
          </p:cNvCxnSpPr>
          <p:nvPr userDrawn="1"/>
        </p:nvCxnSpPr>
        <p:spPr>
          <a:xfrm flipH="1">
            <a:off x="0" y="4116194"/>
            <a:ext cx="12190414" cy="0"/>
          </a:xfrm>
          <a:prstGeom prst="line">
            <a:avLst/>
          </a:prstGeom>
          <a:ln w="38100">
            <a:solidFill>
              <a:schemeClr val="bg1">
                <a:lumMod val="50000"/>
                <a:lumOff val="50000"/>
              </a:schemeClr>
            </a:solidFill>
            <a:headEnd w="lg" len="lg"/>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183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tatement dark">
    <p:spTree>
      <p:nvGrpSpPr>
        <p:cNvPr id="1" name=""/>
        <p:cNvGrpSpPr/>
        <p:nvPr/>
      </p:nvGrpSpPr>
      <p:grpSpPr>
        <a:xfrm>
          <a:off x="0" y="0"/>
          <a:ext cx="0" cy="0"/>
          <a:chOff x="0" y="0"/>
          <a:chExt cx="0" cy="0"/>
        </a:xfrm>
      </p:grpSpPr>
      <p:sp>
        <p:nvSpPr>
          <p:cNvPr id="8" name="Title" descr="Statement text frame">
            <a:extLst>
              <a:ext uri="{FF2B5EF4-FFF2-40B4-BE49-F238E27FC236}">
                <a16:creationId xmlns:a16="http://schemas.microsoft.com/office/drawing/2014/main" id="{39939C22-A735-46A9-A277-A4B1B330F31C}"/>
              </a:ext>
            </a:extLst>
          </p:cNvPr>
          <p:cNvSpPr>
            <a:spLocks noGrp="1"/>
          </p:cNvSpPr>
          <p:nvPr>
            <p:ph type="title"/>
          </p:nvPr>
        </p:nvSpPr>
        <p:spPr bwMode="black">
          <a:xfrm>
            <a:off x="986400" y="1270799"/>
            <a:ext cx="10800000" cy="4536000"/>
          </a:xfrm>
        </p:spPr>
        <p:txBody>
          <a:bodyPr lIns="0" tIns="0" rIns="0" bIns="0" anchor="t">
            <a:noAutofit/>
          </a:bodyPr>
          <a:lstStyle>
            <a:lvl1pPr>
              <a:lnSpc>
                <a:spcPct val="90000"/>
              </a:lnSpc>
              <a:defRPr sz="7999" b="0">
                <a:gradFill>
                  <a:gsLst>
                    <a:gs pos="20000">
                      <a:srgbClr val="00FFB9"/>
                    </a:gs>
                    <a:gs pos="70000">
                      <a:srgbClr val="00E6DC"/>
                    </a:gs>
                  </a:gsLst>
                  <a:lin ang="0" scaled="1"/>
                </a:gradFill>
              </a:defRPr>
            </a:lvl1pPr>
          </a:lstStyle>
          <a:p>
            <a:r>
              <a:rPr lang="en-US"/>
              <a:t>Click to edit Master title style</a:t>
            </a:r>
          </a:p>
        </p:txBody>
      </p:sp>
    </p:spTree>
    <p:extLst>
      <p:ext uri="{BB962C8B-B14F-4D97-AF65-F5344CB8AC3E}">
        <p14:creationId xmlns:p14="http://schemas.microsoft.com/office/powerpoint/2010/main" val="4267390444"/>
      </p:ext>
    </p:extLst>
  </p:cSld>
  <p:clrMapOvr>
    <a:masterClrMapping/>
  </p:clrMapOvr>
  <p:extLst>
    <p:ext uri="{DCECCB84-F9BA-43D5-87BE-67443E8EF086}">
      <p15:sldGuideLst xmlns:p15="http://schemas.microsoft.com/office/powerpoint/2012/main">
        <p15:guide id="7" pos="259">
          <p15:clr>
            <a:srgbClr val="65CEFF"/>
          </p15:clr>
        </p15:guide>
        <p15:guide id="8" pos="6472">
          <p15:clr>
            <a:srgbClr val="65CEFF"/>
          </p15:clr>
        </p15:guide>
        <p15:guide id="9" pos="7425">
          <p15:clr>
            <a:srgbClr val="65CEFF"/>
          </p15:clr>
        </p15:guide>
        <p15:guide id="10" orient="horz" pos="801">
          <p15:clr>
            <a:srgbClr val="65CEFF"/>
          </p15:clr>
        </p15:guide>
        <p15:guide id="11" orient="horz" pos="3658">
          <p15:clr>
            <a:srgbClr val="65CEFF"/>
          </p15:clr>
        </p15:guide>
        <p15:guide id="12" orient="horz" pos="4157">
          <p15:clr>
            <a:srgbClr val="65CE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_DEMO_sd module DEMO">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E6954F21-4D13-3A6D-F7EB-F5B2FA3CD73D}"/>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99991833-C612-E79C-1FEC-46521AB4DF41}"/>
              </a:ext>
            </a:extLst>
          </p:cNvPr>
          <p:cNvSpPr>
            <a:spLocks noGrp="1"/>
          </p:cNvSpPr>
          <p:nvPr>
            <p:ph type="pic" sz="quarter" idx="11"/>
          </p:nvPr>
        </p:nvSpPr>
        <p:spPr>
          <a:xfrm>
            <a:off x="2160000" y="2790000"/>
            <a:ext cx="1080000" cy="1080000"/>
          </a:xfrm>
        </p:spPr>
        <p:txBody>
          <a:bodyPr/>
          <a:lstStyle/>
          <a:p>
            <a:endParaRPr lang="de-DE"/>
          </a:p>
        </p:txBody>
      </p:sp>
      <p:sp>
        <p:nvSpPr>
          <p:cNvPr id="7" name="Textplatzhalter 6">
            <a:extLst>
              <a:ext uri="{FF2B5EF4-FFF2-40B4-BE49-F238E27FC236}">
                <a16:creationId xmlns:a16="http://schemas.microsoft.com/office/drawing/2014/main" id="{2B765EF3-138E-2434-1FA2-14F99BAF0496}"/>
              </a:ext>
            </a:extLst>
          </p:cNvPr>
          <p:cNvSpPr>
            <a:spLocks noGrp="1"/>
          </p:cNvSpPr>
          <p:nvPr>
            <p:ph type="body" sz="quarter" idx="12"/>
          </p:nvPr>
        </p:nvSpPr>
        <p:spPr>
          <a:xfrm>
            <a:off x="3240000" y="2880000"/>
            <a:ext cx="7200000" cy="900000"/>
          </a:xfrm>
        </p:spPr>
        <p:txBody>
          <a:bodyPr anchor="ctr"/>
          <a:lstStyle>
            <a:lvl1pPr>
              <a:defRPr sz="3200" b="1"/>
            </a:lvl1pPr>
          </a:lstStyle>
          <a:p>
            <a:pPr lvl="0"/>
            <a:r>
              <a:rPr lang="de-DE"/>
              <a:t>Mastertextformat bearbeiten</a:t>
            </a:r>
          </a:p>
        </p:txBody>
      </p:sp>
    </p:spTree>
    <p:extLst>
      <p:ext uri="{BB962C8B-B14F-4D97-AF65-F5344CB8AC3E}">
        <p14:creationId xmlns:p14="http://schemas.microsoft.com/office/powerpoint/2010/main" val="29970241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0_DEMO_module outlin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0EE905-9549-79AF-9E70-A0B8002DAAFC}"/>
              </a:ext>
            </a:extLst>
          </p:cNvPr>
          <p:cNvSpPr>
            <a:spLocks noGrp="1"/>
          </p:cNvSpPr>
          <p:nvPr>
            <p:ph type="title"/>
          </p:nvPr>
        </p:nvSpPr>
        <p:spPr/>
        <p:txBody>
          <a:bodyPr/>
          <a:lstStyle>
            <a:lvl1pPr>
              <a:defRPr>
                <a:solidFill>
                  <a:schemeClr val="bg1"/>
                </a:solidFill>
              </a:defRPr>
            </a:lvl1pPr>
          </a:lstStyle>
          <a:p>
            <a:r>
              <a:rPr lang="de-DE"/>
              <a:t>Mastertitelformat bearbeiten</a:t>
            </a:r>
          </a:p>
        </p:txBody>
      </p:sp>
      <p:sp>
        <p:nvSpPr>
          <p:cNvPr id="3" name="Fußzeilenplatzhalter 2">
            <a:extLst>
              <a:ext uri="{FF2B5EF4-FFF2-40B4-BE49-F238E27FC236}">
                <a16:creationId xmlns:a16="http://schemas.microsoft.com/office/drawing/2014/main" id="{F59D0419-EEEC-9B13-B0C6-3AF0FA50C579}"/>
              </a:ext>
            </a:extLst>
          </p:cNvPr>
          <p:cNvSpPr>
            <a:spLocks noGrp="1"/>
          </p:cNvSpPr>
          <p:nvPr>
            <p:ph type="ftr" sz="quarter" idx="10"/>
          </p:nvPr>
        </p:nvSpPr>
        <p:spPr/>
        <p:txBody>
          <a:bodyPr/>
          <a:lstStyle/>
          <a:p>
            <a:pPr defTabSz="914332">
              <a:buClr>
                <a:srgbClr val="009999"/>
              </a:buClr>
            </a:pPr>
            <a:r>
              <a:rPr lang="en-US" kern="0"/>
              <a:t>© BCT Technology AG 2026</a:t>
            </a:r>
          </a:p>
        </p:txBody>
      </p:sp>
      <p:cxnSp>
        <p:nvCxnSpPr>
          <p:cNvPr id="7" name="Straight Connector 6">
            <a:extLst>
              <a:ext uri="{FF2B5EF4-FFF2-40B4-BE49-F238E27FC236}">
                <a16:creationId xmlns:a16="http://schemas.microsoft.com/office/drawing/2014/main" id="{665C6643-978B-0C13-7D10-D85D44C68C2A}"/>
              </a:ext>
            </a:extLst>
          </p:cNvPr>
          <p:cNvCxnSpPr>
            <a:cxnSpLocks/>
          </p:cNvCxnSpPr>
          <p:nvPr userDrawn="1"/>
        </p:nvCxnSpPr>
        <p:spPr>
          <a:xfrm>
            <a:off x="720000" y="1260000"/>
            <a:ext cx="0" cy="5133960"/>
          </a:xfrm>
          <a:prstGeom prst="line">
            <a:avLst/>
          </a:prstGeom>
          <a:ln w="28575">
            <a:solidFill>
              <a:schemeClr val="bg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5FF18FE-2A00-A608-9D4F-8FE961A99B6D}"/>
              </a:ext>
            </a:extLst>
          </p:cNvPr>
          <p:cNvCxnSpPr>
            <a:cxnSpLocks/>
          </p:cNvCxnSpPr>
          <p:nvPr userDrawn="1"/>
        </p:nvCxnSpPr>
        <p:spPr>
          <a:xfrm>
            <a:off x="4320000" y="1260000"/>
            <a:ext cx="0" cy="5760000"/>
          </a:xfrm>
          <a:prstGeom prst="line">
            <a:avLst/>
          </a:prstGeom>
          <a:ln w="57150">
            <a:solidFill>
              <a:schemeClr val="bg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D67E363C-77CC-4916-25B6-04884BAB45B9}"/>
              </a:ext>
            </a:extLst>
          </p:cNvPr>
          <p:cNvSpPr>
            <a:spLocks noGrp="1"/>
          </p:cNvSpPr>
          <p:nvPr>
            <p:ph type="pic" sz="quarter" idx="11"/>
          </p:nvPr>
        </p:nvSpPr>
        <p:spPr>
          <a:xfrm>
            <a:off x="4680001" y="1260475"/>
            <a:ext cx="7200000" cy="4680000"/>
          </a:xfrm>
        </p:spPr>
        <p:txBody>
          <a:bodyPr/>
          <a:lstStyle/>
          <a:p>
            <a:endParaRPr lang="de-DE"/>
          </a:p>
        </p:txBody>
      </p:sp>
      <p:cxnSp>
        <p:nvCxnSpPr>
          <p:cNvPr id="14" name="Straight Connector 13">
            <a:extLst>
              <a:ext uri="{FF2B5EF4-FFF2-40B4-BE49-F238E27FC236}">
                <a16:creationId xmlns:a16="http://schemas.microsoft.com/office/drawing/2014/main" id="{9A69B55B-F112-9CD9-94C7-153FEC2C72EE}"/>
              </a:ext>
            </a:extLst>
          </p:cNvPr>
          <p:cNvCxnSpPr>
            <a:cxnSpLocks/>
          </p:cNvCxnSpPr>
          <p:nvPr userDrawn="1"/>
        </p:nvCxnSpPr>
        <p:spPr>
          <a:xfrm>
            <a:off x="720000" y="6696075"/>
            <a:ext cx="0" cy="466800"/>
          </a:xfrm>
          <a:prstGeom prst="line">
            <a:avLst/>
          </a:prstGeom>
          <a:ln w="28575">
            <a:solidFill>
              <a:schemeClr val="bg1"/>
            </a:solidFill>
            <a:headEnd w="lg" len="lg"/>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9659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0_quote_01">
    <p:spTree>
      <p:nvGrpSpPr>
        <p:cNvPr id="1" name=""/>
        <p:cNvGrpSpPr/>
        <p:nvPr/>
      </p:nvGrpSpPr>
      <p:grpSpPr>
        <a:xfrm>
          <a:off x="0" y="0"/>
          <a:ext cx="0" cy="0"/>
          <a:chOff x="0" y="0"/>
          <a:chExt cx="0" cy="0"/>
        </a:xfrm>
      </p:grpSpPr>
      <p:sp>
        <p:nvSpPr>
          <p:cNvPr id="11" name="Quote marks">
            <a:extLst>
              <a:ext uri="{FF2B5EF4-FFF2-40B4-BE49-F238E27FC236}">
                <a16:creationId xmlns:a16="http://schemas.microsoft.com/office/drawing/2014/main" id="{30AAFE06-A27C-E95D-45C6-11E03C72FD71}"/>
              </a:ext>
              <a:ext uri="{C183D7F6-B498-43B3-948B-1728B52AA6E4}">
                <adec:decorative xmlns:adec="http://schemas.microsoft.com/office/drawing/2017/decorative" val="1"/>
              </a:ext>
            </a:extLst>
          </p:cNvPr>
          <p:cNvSpPr/>
          <p:nvPr userDrawn="1"/>
        </p:nvSpPr>
        <p:spPr bwMode="ltGray">
          <a:xfrm>
            <a:off x="1080000" y="720000"/>
            <a:ext cx="907774"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solidFill>
            <a:schemeClr val="accent3"/>
          </a:solidFill>
          <a:ln w="61580" cap="flat">
            <a:noFill/>
            <a:prstDash val="solid"/>
            <a:miter/>
          </a:ln>
        </p:spPr>
        <p:txBody>
          <a:bodyPr rtlCol="0" anchor="ctr"/>
          <a:lstStyle/>
          <a:p>
            <a:endParaRPr lang="de-DE" sz="1801" noProof="0">
              <a:solidFill>
                <a:srgbClr val="C00000"/>
              </a:solidFill>
            </a:endParaRPr>
          </a:p>
        </p:txBody>
      </p:sp>
      <p:sp>
        <p:nvSpPr>
          <p:cNvPr id="12" name="Fußzeilenplatzhalter 2">
            <a:extLst>
              <a:ext uri="{FF2B5EF4-FFF2-40B4-BE49-F238E27FC236}">
                <a16:creationId xmlns:a16="http://schemas.microsoft.com/office/drawing/2014/main" id="{B1A043F6-13A0-B51D-16FA-0DC5A92E2038}"/>
              </a:ext>
            </a:extLst>
          </p:cNvPr>
          <p:cNvSpPr>
            <a:spLocks noGrp="1"/>
          </p:cNvSpPr>
          <p:nvPr>
            <p:ph type="ftr" sz="quarter" idx="10"/>
          </p:nvPr>
        </p:nvSpPr>
        <p:spPr>
          <a:xfrm>
            <a:off x="359999" y="6393960"/>
            <a:ext cx="2160000" cy="216000"/>
          </a:xfrm>
        </p:spPr>
        <p:txBody>
          <a:bodyPr/>
          <a:lstStyle/>
          <a:p>
            <a:pPr defTabSz="914332">
              <a:buClr>
                <a:srgbClr val="009999"/>
              </a:buClr>
            </a:pPr>
            <a:r>
              <a:rPr lang="en-US" kern="0"/>
              <a:t>© BCT Technology AG 2026</a:t>
            </a:r>
          </a:p>
        </p:txBody>
      </p:sp>
      <p:sp>
        <p:nvSpPr>
          <p:cNvPr id="14" name="Text Placeholder 13">
            <a:extLst>
              <a:ext uri="{FF2B5EF4-FFF2-40B4-BE49-F238E27FC236}">
                <a16:creationId xmlns:a16="http://schemas.microsoft.com/office/drawing/2014/main" id="{2ED1C22A-0004-CEF7-5E7C-DAD3B5473731}"/>
              </a:ext>
            </a:extLst>
          </p:cNvPr>
          <p:cNvSpPr>
            <a:spLocks noGrp="1"/>
          </p:cNvSpPr>
          <p:nvPr>
            <p:ph type="body" sz="quarter" idx="11"/>
          </p:nvPr>
        </p:nvSpPr>
        <p:spPr>
          <a:xfrm>
            <a:off x="1080000" y="2520000"/>
            <a:ext cx="10080000" cy="25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6" name="Text Placeholder 13">
            <a:extLst>
              <a:ext uri="{FF2B5EF4-FFF2-40B4-BE49-F238E27FC236}">
                <a16:creationId xmlns:a16="http://schemas.microsoft.com/office/drawing/2014/main" id="{261A86B4-4033-242D-D469-01B9A5C8A2C6}"/>
              </a:ext>
            </a:extLst>
          </p:cNvPr>
          <p:cNvSpPr>
            <a:spLocks noGrp="1"/>
          </p:cNvSpPr>
          <p:nvPr>
            <p:ph type="body" sz="quarter" idx="12"/>
          </p:nvPr>
        </p:nvSpPr>
        <p:spPr>
          <a:xfrm>
            <a:off x="1080000" y="1620000"/>
            <a:ext cx="10080000" cy="720000"/>
          </a:xfrm>
        </p:spPr>
        <p:txBody>
          <a:bodyPr>
            <a:normAutofit/>
          </a:bodyPr>
          <a:lstStyle>
            <a:lvl1pPr>
              <a:defRPr sz="2000" b="1">
                <a:solidFill>
                  <a:schemeClr val="accent2"/>
                </a:solidFill>
              </a:defRPr>
            </a:lvl1pPr>
          </a:lstStyle>
          <a:p>
            <a:pPr lvl="0"/>
            <a:r>
              <a:rPr lang="en-US"/>
              <a:t>Click to edit Master text styles</a:t>
            </a:r>
          </a:p>
        </p:txBody>
      </p:sp>
      <p:sp>
        <p:nvSpPr>
          <p:cNvPr id="18" name="Text Placeholder 17">
            <a:extLst>
              <a:ext uri="{FF2B5EF4-FFF2-40B4-BE49-F238E27FC236}">
                <a16:creationId xmlns:a16="http://schemas.microsoft.com/office/drawing/2014/main" id="{1DDD572F-1FC6-AACF-F94F-88DADE96E789}"/>
              </a:ext>
            </a:extLst>
          </p:cNvPr>
          <p:cNvSpPr>
            <a:spLocks noGrp="1"/>
          </p:cNvSpPr>
          <p:nvPr>
            <p:ph type="body" sz="quarter" idx="13"/>
          </p:nvPr>
        </p:nvSpPr>
        <p:spPr>
          <a:xfrm>
            <a:off x="1079499" y="5219999"/>
            <a:ext cx="5040000" cy="720000"/>
          </a:xfrm>
        </p:spPr>
        <p:txBody>
          <a:bodyPr/>
          <a:lstStyle>
            <a:lvl1pPr>
              <a:defRPr i="1"/>
            </a:lvl1pPr>
            <a:lvl2pPr marL="0" indent="0">
              <a:buNone/>
              <a:defRPr/>
            </a:lvl2pPr>
          </a:lstStyle>
          <a:p>
            <a:pPr lvl="0"/>
            <a:r>
              <a:rPr lang="en-US"/>
              <a:t>Click to edit Master text styles</a:t>
            </a:r>
          </a:p>
        </p:txBody>
      </p:sp>
    </p:spTree>
    <p:extLst>
      <p:ext uri="{BB962C8B-B14F-4D97-AF65-F5344CB8AC3E}">
        <p14:creationId xmlns:p14="http://schemas.microsoft.com/office/powerpoint/2010/main" val="8420337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0_quote_02">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E50DD0B8-EA18-DB56-D6B3-6C4680D9B8F6}"/>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4" name="Rechteck 3">
            <a:extLst>
              <a:ext uri="{FF2B5EF4-FFF2-40B4-BE49-F238E27FC236}">
                <a16:creationId xmlns:a16="http://schemas.microsoft.com/office/drawing/2014/main" id="{214BE002-CC96-2A03-5EB5-45106AEA7021}"/>
              </a:ext>
            </a:extLst>
          </p:cNvPr>
          <p:cNvSpPr/>
          <p:nvPr userDrawn="1"/>
        </p:nvSpPr>
        <p:spPr>
          <a:xfrm>
            <a:off x="1857375" y="1752600"/>
            <a:ext cx="7753350" cy="4000500"/>
          </a:xfrm>
          <a:prstGeom prst="rect">
            <a:avLst/>
          </a:prstGeom>
          <a:solidFill>
            <a:schemeClr val="tx1">
              <a:lumMod val="75000"/>
              <a:lumOff val="25000"/>
              <a:alpha val="1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5" name="Rechteck 4">
            <a:extLst>
              <a:ext uri="{FF2B5EF4-FFF2-40B4-BE49-F238E27FC236}">
                <a16:creationId xmlns:a16="http://schemas.microsoft.com/office/drawing/2014/main" id="{673A89CE-139D-92DF-EE7C-2ADD3BB4D21A}"/>
              </a:ext>
            </a:extLst>
          </p:cNvPr>
          <p:cNvSpPr/>
          <p:nvPr userDrawn="1"/>
        </p:nvSpPr>
        <p:spPr>
          <a:xfrm>
            <a:off x="2194560" y="1441094"/>
            <a:ext cx="7783374" cy="3972154"/>
          </a:xfrm>
          <a:prstGeom prst="rect">
            <a:avLst/>
          </a:prstGeom>
          <a:solidFill>
            <a:schemeClr val="tx1">
              <a:lumMod val="65000"/>
              <a:lumOff val="35000"/>
              <a:alpha val="10000"/>
            </a:schemeClr>
          </a:solidFill>
          <a:ln>
            <a:noFill/>
          </a:ln>
          <a:effectLst>
            <a:outerShdw blurRad="228600" dist="38100" dir="2700000" algn="tl" rotWithShape="0">
              <a:schemeClr val="bg1">
                <a:lumMod val="65000"/>
                <a:alpha val="4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6" name="Pfeil: Chevron 4">
            <a:extLst>
              <a:ext uri="{FF2B5EF4-FFF2-40B4-BE49-F238E27FC236}">
                <a16:creationId xmlns:a16="http://schemas.microsoft.com/office/drawing/2014/main" id="{4CE27DCA-CA3A-09F4-43EF-51E77718A3EB}"/>
              </a:ext>
            </a:extLst>
          </p:cNvPr>
          <p:cNvSpPr/>
          <p:nvPr userDrawn="1"/>
        </p:nvSpPr>
        <p:spPr>
          <a:xfrm rot="16200000">
            <a:off x="2846801" y="1308228"/>
            <a:ext cx="1190138" cy="1001020"/>
          </a:xfrm>
          <a:custGeom>
            <a:avLst/>
            <a:gdLst>
              <a:gd name="connsiteX0" fmla="*/ 0 w 1225115"/>
              <a:gd name="connsiteY0" fmla="*/ 0 h 979592"/>
              <a:gd name="connsiteX1" fmla="*/ 735319 w 1225115"/>
              <a:gd name="connsiteY1" fmla="*/ 0 h 979592"/>
              <a:gd name="connsiteX2" fmla="*/ 1225115 w 1225115"/>
              <a:gd name="connsiteY2" fmla="*/ 489796 h 979592"/>
              <a:gd name="connsiteX3" fmla="*/ 735319 w 1225115"/>
              <a:gd name="connsiteY3" fmla="*/ 979592 h 979592"/>
              <a:gd name="connsiteX4" fmla="*/ 0 w 1225115"/>
              <a:gd name="connsiteY4" fmla="*/ 979592 h 979592"/>
              <a:gd name="connsiteX5" fmla="*/ 489796 w 1225115"/>
              <a:gd name="connsiteY5" fmla="*/ 489796 h 979592"/>
              <a:gd name="connsiteX6" fmla="*/ 0 w 1225115"/>
              <a:gd name="connsiteY6" fmla="*/ 0 h 979592"/>
              <a:gd name="connsiteX0" fmla="*/ 0 w 1225115"/>
              <a:gd name="connsiteY0" fmla="*/ 0 h 979592"/>
              <a:gd name="connsiteX1" fmla="*/ 735319 w 1225115"/>
              <a:gd name="connsiteY1" fmla="*/ 0 h 979592"/>
              <a:gd name="connsiteX2" fmla="*/ 1225115 w 1225115"/>
              <a:gd name="connsiteY2" fmla="*/ 489796 h 979592"/>
              <a:gd name="connsiteX3" fmla="*/ 735319 w 1225115"/>
              <a:gd name="connsiteY3" fmla="*/ 979592 h 979592"/>
              <a:gd name="connsiteX4" fmla="*/ 0 w 1225115"/>
              <a:gd name="connsiteY4" fmla="*/ 979592 h 979592"/>
              <a:gd name="connsiteX5" fmla="*/ 230240 w 1225115"/>
              <a:gd name="connsiteY5" fmla="*/ 492180 h 979592"/>
              <a:gd name="connsiteX6" fmla="*/ 0 w 1225115"/>
              <a:gd name="connsiteY6" fmla="*/ 0 h 979592"/>
              <a:gd name="connsiteX0" fmla="*/ 0 w 1225115"/>
              <a:gd name="connsiteY0" fmla="*/ 14284 h 993876"/>
              <a:gd name="connsiteX1" fmla="*/ 1163944 w 1225115"/>
              <a:gd name="connsiteY1" fmla="*/ 0 h 993876"/>
              <a:gd name="connsiteX2" fmla="*/ 1225115 w 1225115"/>
              <a:gd name="connsiteY2" fmla="*/ 504080 h 993876"/>
              <a:gd name="connsiteX3" fmla="*/ 735319 w 1225115"/>
              <a:gd name="connsiteY3" fmla="*/ 993876 h 993876"/>
              <a:gd name="connsiteX4" fmla="*/ 0 w 1225115"/>
              <a:gd name="connsiteY4" fmla="*/ 993876 h 993876"/>
              <a:gd name="connsiteX5" fmla="*/ 230240 w 1225115"/>
              <a:gd name="connsiteY5" fmla="*/ 506464 h 993876"/>
              <a:gd name="connsiteX6" fmla="*/ 0 w 1225115"/>
              <a:gd name="connsiteY6" fmla="*/ 14284 h 993876"/>
              <a:gd name="connsiteX0" fmla="*/ 0 w 1167964"/>
              <a:gd name="connsiteY0" fmla="*/ 14284 h 993876"/>
              <a:gd name="connsiteX1" fmla="*/ 1163944 w 1167964"/>
              <a:gd name="connsiteY1" fmla="*/ 0 h 993876"/>
              <a:gd name="connsiteX2" fmla="*/ 1167964 w 1167964"/>
              <a:gd name="connsiteY2" fmla="*/ 499321 h 993876"/>
              <a:gd name="connsiteX3" fmla="*/ 735319 w 1167964"/>
              <a:gd name="connsiteY3" fmla="*/ 993876 h 993876"/>
              <a:gd name="connsiteX4" fmla="*/ 0 w 1167964"/>
              <a:gd name="connsiteY4" fmla="*/ 993876 h 993876"/>
              <a:gd name="connsiteX5" fmla="*/ 230240 w 1167964"/>
              <a:gd name="connsiteY5" fmla="*/ 506464 h 993876"/>
              <a:gd name="connsiteX6" fmla="*/ 0 w 1167964"/>
              <a:gd name="connsiteY6" fmla="*/ 14284 h 993876"/>
              <a:gd name="connsiteX0" fmla="*/ 0 w 1171088"/>
              <a:gd name="connsiteY0" fmla="*/ 14284 h 1001020"/>
              <a:gd name="connsiteX1" fmla="*/ 1163944 w 1171088"/>
              <a:gd name="connsiteY1" fmla="*/ 0 h 1001020"/>
              <a:gd name="connsiteX2" fmla="*/ 1167964 w 1171088"/>
              <a:gd name="connsiteY2" fmla="*/ 499321 h 1001020"/>
              <a:gd name="connsiteX3" fmla="*/ 1171088 w 1171088"/>
              <a:gd name="connsiteY3" fmla="*/ 1001020 h 1001020"/>
              <a:gd name="connsiteX4" fmla="*/ 0 w 1171088"/>
              <a:gd name="connsiteY4" fmla="*/ 993876 h 1001020"/>
              <a:gd name="connsiteX5" fmla="*/ 230240 w 1171088"/>
              <a:gd name="connsiteY5" fmla="*/ 506464 h 1001020"/>
              <a:gd name="connsiteX6" fmla="*/ 0 w 1171088"/>
              <a:gd name="connsiteY6" fmla="*/ 14284 h 1001020"/>
              <a:gd name="connsiteX0" fmla="*/ 0 w 1192520"/>
              <a:gd name="connsiteY0" fmla="*/ 2378 h 1001020"/>
              <a:gd name="connsiteX1" fmla="*/ 1185376 w 1192520"/>
              <a:gd name="connsiteY1" fmla="*/ 0 h 1001020"/>
              <a:gd name="connsiteX2" fmla="*/ 1189396 w 1192520"/>
              <a:gd name="connsiteY2" fmla="*/ 499321 h 1001020"/>
              <a:gd name="connsiteX3" fmla="*/ 1192520 w 1192520"/>
              <a:gd name="connsiteY3" fmla="*/ 1001020 h 1001020"/>
              <a:gd name="connsiteX4" fmla="*/ 21432 w 1192520"/>
              <a:gd name="connsiteY4" fmla="*/ 993876 h 1001020"/>
              <a:gd name="connsiteX5" fmla="*/ 251672 w 1192520"/>
              <a:gd name="connsiteY5" fmla="*/ 506464 h 1001020"/>
              <a:gd name="connsiteX6" fmla="*/ 0 w 1192520"/>
              <a:gd name="connsiteY6" fmla="*/ 2378 h 1001020"/>
              <a:gd name="connsiteX0" fmla="*/ 0 w 1192520"/>
              <a:gd name="connsiteY0" fmla="*/ 2378 h 1001020"/>
              <a:gd name="connsiteX1" fmla="*/ 1185376 w 1192520"/>
              <a:gd name="connsiteY1" fmla="*/ 0 h 1001020"/>
              <a:gd name="connsiteX2" fmla="*/ 1189396 w 1192520"/>
              <a:gd name="connsiteY2" fmla="*/ 499321 h 1001020"/>
              <a:gd name="connsiteX3" fmla="*/ 1192520 w 1192520"/>
              <a:gd name="connsiteY3" fmla="*/ 1001020 h 1001020"/>
              <a:gd name="connsiteX4" fmla="*/ 2382 w 1192520"/>
              <a:gd name="connsiteY4" fmla="*/ 998639 h 1001020"/>
              <a:gd name="connsiteX5" fmla="*/ 251672 w 1192520"/>
              <a:gd name="connsiteY5" fmla="*/ 506464 h 1001020"/>
              <a:gd name="connsiteX6" fmla="*/ 0 w 1192520"/>
              <a:gd name="connsiteY6" fmla="*/ 2378 h 1001020"/>
              <a:gd name="connsiteX0" fmla="*/ 0 w 1192520"/>
              <a:gd name="connsiteY0" fmla="*/ 2378 h 1001020"/>
              <a:gd name="connsiteX1" fmla="*/ 1192520 w 1192520"/>
              <a:gd name="connsiteY1" fmla="*/ 0 h 1001020"/>
              <a:gd name="connsiteX2" fmla="*/ 1189396 w 1192520"/>
              <a:gd name="connsiteY2" fmla="*/ 499321 h 1001020"/>
              <a:gd name="connsiteX3" fmla="*/ 1192520 w 1192520"/>
              <a:gd name="connsiteY3" fmla="*/ 1001020 h 1001020"/>
              <a:gd name="connsiteX4" fmla="*/ 2382 w 1192520"/>
              <a:gd name="connsiteY4" fmla="*/ 998639 h 1001020"/>
              <a:gd name="connsiteX5" fmla="*/ 251672 w 1192520"/>
              <a:gd name="connsiteY5" fmla="*/ 506464 h 1001020"/>
              <a:gd name="connsiteX6" fmla="*/ 0 w 1192520"/>
              <a:gd name="connsiteY6" fmla="*/ 2378 h 1001020"/>
              <a:gd name="connsiteX0" fmla="*/ 0 w 1190138"/>
              <a:gd name="connsiteY0" fmla="*/ 2378 h 1001020"/>
              <a:gd name="connsiteX1" fmla="*/ 1190138 w 1190138"/>
              <a:gd name="connsiteY1" fmla="*/ 0 h 1001020"/>
              <a:gd name="connsiteX2" fmla="*/ 1187014 w 1190138"/>
              <a:gd name="connsiteY2" fmla="*/ 499321 h 1001020"/>
              <a:gd name="connsiteX3" fmla="*/ 1190138 w 1190138"/>
              <a:gd name="connsiteY3" fmla="*/ 1001020 h 1001020"/>
              <a:gd name="connsiteX4" fmla="*/ 0 w 1190138"/>
              <a:gd name="connsiteY4" fmla="*/ 998639 h 1001020"/>
              <a:gd name="connsiteX5" fmla="*/ 249290 w 1190138"/>
              <a:gd name="connsiteY5" fmla="*/ 506464 h 1001020"/>
              <a:gd name="connsiteX6" fmla="*/ 0 w 1190138"/>
              <a:gd name="connsiteY6" fmla="*/ 2378 h 1001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0138" h="1001020">
                <a:moveTo>
                  <a:pt x="0" y="2378"/>
                </a:moveTo>
                <a:lnTo>
                  <a:pt x="1190138" y="0"/>
                </a:lnTo>
                <a:cubicBezTo>
                  <a:pt x="1189097" y="166440"/>
                  <a:pt x="1188055" y="332881"/>
                  <a:pt x="1187014" y="499321"/>
                </a:cubicBezTo>
                <a:cubicBezTo>
                  <a:pt x="1188055" y="666554"/>
                  <a:pt x="1189097" y="833787"/>
                  <a:pt x="1190138" y="1001020"/>
                </a:cubicBezTo>
                <a:lnTo>
                  <a:pt x="0" y="998639"/>
                </a:lnTo>
                <a:lnTo>
                  <a:pt x="249290" y="506464"/>
                </a:lnTo>
                <a:lnTo>
                  <a:pt x="0" y="237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1">
              <a:solidFill>
                <a:schemeClr val="tx1"/>
              </a:solidFill>
            </a:endParaRPr>
          </a:p>
        </p:txBody>
      </p:sp>
      <p:pic>
        <p:nvPicPr>
          <p:cNvPr id="7" name="Grafik 6" descr="Öffnendes Anführungszeichen mit einfarbiger Füllung">
            <a:extLst>
              <a:ext uri="{FF2B5EF4-FFF2-40B4-BE49-F238E27FC236}">
                <a16:creationId xmlns:a16="http://schemas.microsoft.com/office/drawing/2014/main" id="{B7DDD0B5-0530-FDEC-04C5-C93B236B86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940446" y="1201941"/>
            <a:ext cx="1001019" cy="962820"/>
          </a:xfrm>
          <a:prstGeom prst="rect">
            <a:avLst/>
          </a:prstGeom>
        </p:spPr>
      </p:pic>
      <p:sp>
        <p:nvSpPr>
          <p:cNvPr id="11" name="Textplatzhalter 10">
            <a:extLst>
              <a:ext uri="{FF2B5EF4-FFF2-40B4-BE49-F238E27FC236}">
                <a16:creationId xmlns:a16="http://schemas.microsoft.com/office/drawing/2014/main" id="{A802D3DD-5224-C7F2-4E78-1ED01E66163C}"/>
              </a:ext>
            </a:extLst>
          </p:cNvPr>
          <p:cNvSpPr>
            <a:spLocks noGrp="1"/>
          </p:cNvSpPr>
          <p:nvPr>
            <p:ph type="body" sz="quarter" idx="11"/>
          </p:nvPr>
        </p:nvSpPr>
        <p:spPr>
          <a:xfrm>
            <a:off x="2940051" y="2403475"/>
            <a:ext cx="6670674" cy="2006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10">
            <a:extLst>
              <a:ext uri="{FF2B5EF4-FFF2-40B4-BE49-F238E27FC236}">
                <a16:creationId xmlns:a16="http://schemas.microsoft.com/office/drawing/2014/main" id="{6BD1DFC4-CBE9-EAD7-22B3-77694F10DDA2}"/>
              </a:ext>
            </a:extLst>
          </p:cNvPr>
          <p:cNvSpPr>
            <a:spLocks noGrp="1"/>
          </p:cNvSpPr>
          <p:nvPr>
            <p:ph type="body" sz="quarter" idx="12"/>
          </p:nvPr>
        </p:nvSpPr>
        <p:spPr>
          <a:xfrm>
            <a:off x="4162426" y="4602225"/>
            <a:ext cx="5114926" cy="419100"/>
          </a:xfrm>
        </p:spPr>
        <p:txBody>
          <a:bodyPr/>
          <a:lstStyle>
            <a:lvl1pPr algn="r">
              <a:defRPr/>
            </a:lvl1pPr>
          </a:lstStyle>
          <a:p>
            <a:pPr lvl="0"/>
            <a:r>
              <a:rPr lang="de-DE"/>
              <a:t>Mastertextformat bearbeiten</a:t>
            </a:r>
          </a:p>
        </p:txBody>
      </p:sp>
    </p:spTree>
    <p:extLst>
      <p:ext uri="{BB962C8B-B14F-4D97-AF65-F5344CB8AC3E}">
        <p14:creationId xmlns:p14="http://schemas.microsoft.com/office/powerpoint/2010/main" val="17906969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0_quote_03">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400DE762-9399-EF23-17D7-72BAB91FCC6F}"/>
              </a:ext>
            </a:extLst>
          </p:cNvPr>
          <p:cNvSpPr/>
          <p:nvPr userDrawn="1"/>
        </p:nvSpPr>
        <p:spPr>
          <a:xfrm>
            <a:off x="2" y="1440001"/>
            <a:ext cx="12191999" cy="43200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sz="1801"/>
          </a:p>
        </p:txBody>
      </p:sp>
      <p:sp>
        <p:nvSpPr>
          <p:cNvPr id="5" name="Bildplatzhalter 4">
            <a:extLst>
              <a:ext uri="{FF2B5EF4-FFF2-40B4-BE49-F238E27FC236}">
                <a16:creationId xmlns:a16="http://schemas.microsoft.com/office/drawing/2014/main" id="{CC300B11-DEF7-949B-5FBB-5E3955FDD6D2}"/>
              </a:ext>
            </a:extLst>
          </p:cNvPr>
          <p:cNvSpPr>
            <a:spLocks noGrp="1"/>
          </p:cNvSpPr>
          <p:nvPr>
            <p:ph type="pic" sz="quarter" idx="11"/>
          </p:nvPr>
        </p:nvSpPr>
        <p:spPr>
          <a:xfrm>
            <a:off x="-1" y="1440001"/>
            <a:ext cx="12192000" cy="4320000"/>
          </a:xfrm>
        </p:spPr>
        <p:txBody>
          <a:bodyPr/>
          <a:lstStyle/>
          <a:p>
            <a:endParaRPr lang="de-DE"/>
          </a:p>
        </p:txBody>
      </p:sp>
      <p:sp>
        <p:nvSpPr>
          <p:cNvPr id="2" name="Titel 1">
            <a:extLst>
              <a:ext uri="{FF2B5EF4-FFF2-40B4-BE49-F238E27FC236}">
                <a16:creationId xmlns:a16="http://schemas.microsoft.com/office/drawing/2014/main" id="{67C24775-E57E-82D9-3E81-1F7825C82487}"/>
              </a:ext>
            </a:extLst>
          </p:cNvPr>
          <p:cNvSpPr>
            <a:spLocks noGrp="1"/>
          </p:cNvSpPr>
          <p:nvPr>
            <p:ph type="title"/>
          </p:nvPr>
        </p:nvSpPr>
        <p:spPr/>
        <p:txBody>
          <a:bodyPr/>
          <a:lstStyle>
            <a:lvl1pPr>
              <a:defRPr>
                <a:solidFill>
                  <a:schemeClr val="bg1"/>
                </a:solidFill>
              </a:defRPr>
            </a:lvl1pPr>
          </a:lstStyle>
          <a:p>
            <a:r>
              <a:rPr lang="de-DE"/>
              <a:t>Mastertitelformat bearbeiten</a:t>
            </a:r>
          </a:p>
        </p:txBody>
      </p:sp>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8" name="Bildplatzhalter 7">
            <a:extLst>
              <a:ext uri="{FF2B5EF4-FFF2-40B4-BE49-F238E27FC236}">
                <a16:creationId xmlns:a16="http://schemas.microsoft.com/office/drawing/2014/main" id="{420592B4-C4F6-AA32-22C0-9DCD9B7AA0CA}"/>
              </a:ext>
            </a:extLst>
          </p:cNvPr>
          <p:cNvSpPr>
            <a:spLocks noGrp="1"/>
          </p:cNvSpPr>
          <p:nvPr>
            <p:ph type="pic" sz="quarter" idx="12"/>
          </p:nvPr>
        </p:nvSpPr>
        <p:spPr>
          <a:xfrm>
            <a:off x="3060000" y="4725000"/>
            <a:ext cx="3240000" cy="900000"/>
          </a:xfrm>
        </p:spPr>
        <p:txBody>
          <a:bodyPr/>
          <a:lstStyle/>
          <a:p>
            <a:endParaRPr lang="de-DE"/>
          </a:p>
        </p:txBody>
      </p:sp>
      <p:sp>
        <p:nvSpPr>
          <p:cNvPr id="6" name="Sprechblase: rechteckig 5">
            <a:extLst>
              <a:ext uri="{FF2B5EF4-FFF2-40B4-BE49-F238E27FC236}">
                <a16:creationId xmlns:a16="http://schemas.microsoft.com/office/drawing/2014/main" id="{A971C0E5-9464-FDBA-018E-ED74270BBA92}"/>
              </a:ext>
            </a:extLst>
          </p:cNvPr>
          <p:cNvSpPr>
            <a:spLocks/>
          </p:cNvSpPr>
          <p:nvPr userDrawn="1"/>
        </p:nvSpPr>
        <p:spPr bwMode="auto">
          <a:xfrm>
            <a:off x="1055999" y="1964932"/>
            <a:ext cx="10080000" cy="2484000"/>
          </a:xfrm>
          <a:prstGeom prst="wedgeRectCallout">
            <a:avLst>
              <a:gd name="adj1" fmla="val 5441"/>
              <a:gd name="adj2" fmla="val 78541"/>
            </a:avLst>
          </a:prstGeom>
          <a:noFill/>
          <a:ln w="41275">
            <a:solidFill>
              <a:schemeClr val="accent2"/>
            </a:solidFill>
            <a:miter lim="800000"/>
            <a:headEnd/>
            <a:tailEnd/>
          </a:ln>
          <a:effectLst/>
        </p:spPr>
        <p:txBody>
          <a:bodyPr wrap="square" lIns="720000" tIns="360000" rIns="360000" bIns="360000" numCol="1" spcCol="72000" rtlCol="0" anchor="ctr">
            <a:spAutoFit/>
          </a:bodyPr>
          <a:lstStyle/>
          <a:p>
            <a:pPr marL="0" marR="0" lvl="0" indent="0" algn="r" defTabSz="914423" rtl="0" eaLnBrk="1" fontAlgn="auto" latinLnBrk="0" hangingPunct="1">
              <a:lnSpc>
                <a:spcPct val="100000"/>
              </a:lnSpc>
              <a:spcBef>
                <a:spcPts val="0"/>
              </a:spcBef>
              <a:spcAft>
                <a:spcPts val="0"/>
              </a:spcAft>
              <a:buClrTx/>
              <a:buSzTx/>
              <a:buFontTx/>
              <a:buNone/>
              <a:tabLst/>
              <a:defRPr/>
            </a:pPr>
            <a:endParaRPr kumimoji="0" lang="de-DE" sz="1801" b="0" i="0" u="none" strike="noStrike" kern="1200" cap="none" spc="0" normalizeH="0" baseline="0" noProof="0">
              <a:ln>
                <a:noFill/>
              </a:ln>
              <a:solidFill>
                <a:schemeClr val="bg1"/>
              </a:solidFill>
              <a:effectLst/>
              <a:uLnTx/>
              <a:uFillTx/>
              <a:latin typeface="Arial"/>
              <a:ea typeface="+mn-ea"/>
              <a:cs typeface="+mn-cs"/>
            </a:endParaRPr>
          </a:p>
        </p:txBody>
      </p:sp>
      <p:grpSp>
        <p:nvGrpSpPr>
          <p:cNvPr id="9" name="Gruppieren 8">
            <a:extLst>
              <a:ext uri="{FF2B5EF4-FFF2-40B4-BE49-F238E27FC236}">
                <a16:creationId xmlns:a16="http://schemas.microsoft.com/office/drawing/2014/main" id="{101CE28F-55F3-650D-9A4C-1BF3630D8D59}"/>
              </a:ext>
            </a:extLst>
          </p:cNvPr>
          <p:cNvGrpSpPr/>
          <p:nvPr userDrawn="1"/>
        </p:nvGrpSpPr>
        <p:grpSpPr>
          <a:xfrm>
            <a:off x="764586" y="1707068"/>
            <a:ext cx="914646" cy="725863"/>
            <a:chOff x="829246" y="4011601"/>
            <a:chExt cx="476250" cy="377952"/>
          </a:xfrm>
          <a:solidFill>
            <a:schemeClr val="accent2"/>
          </a:solidFill>
        </p:grpSpPr>
        <p:sp>
          <p:nvSpPr>
            <p:cNvPr id="10" name="Freihandform: Form 9">
              <a:extLst>
                <a:ext uri="{FF2B5EF4-FFF2-40B4-BE49-F238E27FC236}">
                  <a16:creationId xmlns:a16="http://schemas.microsoft.com/office/drawing/2014/main" id="{00623916-0086-BEDD-249C-90517A661BC1}"/>
                </a:ext>
              </a:extLst>
            </p:cNvPr>
            <p:cNvSpPr/>
            <p:nvPr/>
          </p:nvSpPr>
          <p:spPr>
            <a:xfrm>
              <a:off x="829246" y="4011601"/>
              <a:ext cx="190500" cy="377952"/>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3 h 377952"/>
                <a:gd name="connsiteX5" fmla="*/ 190500 w 190500"/>
                <a:gd name="connsiteY5" fmla="*/ 190500 h 377952"/>
                <a:gd name="connsiteX6" fmla="*/ 190500 w 190500"/>
                <a:gd name="connsiteY6" fmla="*/ 190500 h 377952"/>
                <a:gd name="connsiteX7" fmla="*/ 190500 w 190500"/>
                <a:gd name="connsiteY7" fmla="*/ 0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0" y="0"/>
                  </a:moveTo>
                  <a:lnTo>
                    <a:pt x="0" y="190500"/>
                  </a:lnTo>
                  <a:lnTo>
                    <a:pt x="108680" y="190500"/>
                  </a:lnTo>
                  <a:cubicBezTo>
                    <a:pt x="107031" y="249345"/>
                    <a:pt x="58867" y="296200"/>
                    <a:pt x="0" y="296228"/>
                  </a:cubicBezTo>
                  <a:lnTo>
                    <a:pt x="0" y="377953"/>
                  </a:lnTo>
                  <a:cubicBezTo>
                    <a:pt x="104031" y="377966"/>
                    <a:pt x="188835" y="294518"/>
                    <a:pt x="190500" y="190500"/>
                  </a:cubicBezTo>
                  <a:lnTo>
                    <a:pt x="190500" y="190500"/>
                  </a:lnTo>
                  <a:lnTo>
                    <a:pt x="190500" y="0"/>
                  </a:lnTo>
                  <a:close/>
                </a:path>
              </a:pathLst>
            </a:custGeom>
            <a:grpFill/>
            <a:ln w="9525" cap="flat">
              <a:noFill/>
              <a:prstDash val="solid"/>
              <a:miter/>
            </a:ln>
          </p:spPr>
          <p:txBody>
            <a:bodyPr rtlCol="0" anchor="ctr"/>
            <a:lstStyle/>
            <a:p>
              <a:pPr marL="0" marR="0" lvl="0" indent="0" algn="l" defTabSz="914423" rtl="0" eaLnBrk="1" fontAlgn="auto" latinLnBrk="0" hangingPunct="1">
                <a:lnSpc>
                  <a:spcPct val="100000"/>
                </a:lnSpc>
                <a:spcBef>
                  <a:spcPts val="0"/>
                </a:spcBef>
                <a:spcAft>
                  <a:spcPts val="0"/>
                </a:spcAft>
                <a:buClrTx/>
                <a:buSzTx/>
                <a:buFontTx/>
                <a:buNone/>
                <a:tabLst/>
                <a:defRPr/>
              </a:pPr>
              <a:endParaRPr kumimoji="0" lang="de-DE" sz="1801" b="0" i="0" u="none" strike="noStrike" kern="1200" cap="none" spc="0" normalizeH="0" baseline="0" noProof="0">
                <a:ln>
                  <a:noFill/>
                </a:ln>
                <a:solidFill>
                  <a:srgbClr val="000000"/>
                </a:solidFill>
                <a:effectLst/>
                <a:uLnTx/>
                <a:uFillTx/>
                <a:latin typeface="Arial"/>
                <a:ea typeface="+mn-ea"/>
                <a:cs typeface="+mn-cs"/>
              </a:endParaRPr>
            </a:p>
          </p:txBody>
        </p:sp>
        <p:sp>
          <p:nvSpPr>
            <p:cNvPr id="11" name="Freihandform: Form 10">
              <a:extLst>
                <a:ext uri="{FF2B5EF4-FFF2-40B4-BE49-F238E27FC236}">
                  <a16:creationId xmlns:a16="http://schemas.microsoft.com/office/drawing/2014/main" id="{139EA27E-1D14-201D-E9F6-26B22360E09B}"/>
                </a:ext>
              </a:extLst>
            </p:cNvPr>
            <p:cNvSpPr/>
            <p:nvPr/>
          </p:nvSpPr>
          <p:spPr>
            <a:xfrm>
              <a:off x="1114996" y="4011601"/>
              <a:ext cx="190500" cy="377952"/>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3 h 377952"/>
                <a:gd name="connsiteX5" fmla="*/ 190500 w 190500"/>
                <a:gd name="connsiteY5" fmla="*/ 190500 h 377952"/>
                <a:gd name="connsiteX6" fmla="*/ 190500 w 190500"/>
                <a:gd name="connsiteY6" fmla="*/ 190500 h 377952"/>
                <a:gd name="connsiteX7" fmla="*/ 190500 w 190500"/>
                <a:gd name="connsiteY7" fmla="*/ 0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0" y="0"/>
                  </a:moveTo>
                  <a:lnTo>
                    <a:pt x="0" y="190500"/>
                  </a:lnTo>
                  <a:lnTo>
                    <a:pt x="108680" y="190500"/>
                  </a:lnTo>
                  <a:cubicBezTo>
                    <a:pt x="107031" y="249345"/>
                    <a:pt x="58867" y="296200"/>
                    <a:pt x="0" y="296228"/>
                  </a:cubicBezTo>
                  <a:lnTo>
                    <a:pt x="0" y="377953"/>
                  </a:lnTo>
                  <a:cubicBezTo>
                    <a:pt x="104031" y="377966"/>
                    <a:pt x="188835" y="294518"/>
                    <a:pt x="190500" y="190500"/>
                  </a:cubicBezTo>
                  <a:lnTo>
                    <a:pt x="190500" y="190500"/>
                  </a:lnTo>
                  <a:lnTo>
                    <a:pt x="190500" y="0"/>
                  </a:lnTo>
                  <a:close/>
                </a:path>
              </a:pathLst>
            </a:custGeom>
            <a:grpFill/>
            <a:ln w="9525" cap="flat">
              <a:noFill/>
              <a:prstDash val="solid"/>
              <a:miter/>
            </a:ln>
          </p:spPr>
          <p:txBody>
            <a:bodyPr rtlCol="0" anchor="ctr"/>
            <a:lstStyle/>
            <a:p>
              <a:pPr marL="0" marR="0" lvl="0" indent="0" algn="l" defTabSz="914423" rtl="0" eaLnBrk="1" fontAlgn="auto" latinLnBrk="0" hangingPunct="1">
                <a:lnSpc>
                  <a:spcPct val="100000"/>
                </a:lnSpc>
                <a:spcBef>
                  <a:spcPts val="0"/>
                </a:spcBef>
                <a:spcAft>
                  <a:spcPts val="0"/>
                </a:spcAft>
                <a:buClrTx/>
                <a:buSzTx/>
                <a:buFontTx/>
                <a:buNone/>
                <a:tabLst/>
                <a:defRPr/>
              </a:pPr>
              <a:endParaRPr kumimoji="0" lang="de-DE" sz="1801"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6667909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5_empty page">
    <p:spTree>
      <p:nvGrpSpPr>
        <p:cNvPr id="1" name=""/>
        <p:cNvGrpSpPr/>
        <p:nvPr/>
      </p:nvGrpSpPr>
      <p:grpSpPr>
        <a:xfrm>
          <a:off x="0" y="0"/>
          <a:ext cx="0" cy="0"/>
          <a:chOff x="0" y="0"/>
          <a:chExt cx="0" cy="0"/>
        </a:xfrm>
      </p:grpSpPr>
      <p:sp>
        <p:nvSpPr>
          <p:cNvPr id="4" name="Fußzeilenplatzhalter 2">
            <a:extLst>
              <a:ext uri="{FF2B5EF4-FFF2-40B4-BE49-F238E27FC236}">
                <a16:creationId xmlns:a16="http://schemas.microsoft.com/office/drawing/2014/main" id="{96A3E997-9232-1251-75BC-3F071E0CE530}"/>
              </a:ext>
            </a:extLst>
          </p:cNvPr>
          <p:cNvSpPr>
            <a:spLocks noGrp="1"/>
          </p:cNvSpPr>
          <p:nvPr>
            <p:ph type="ftr" sz="quarter" idx="10"/>
          </p:nvPr>
        </p:nvSpPr>
        <p:spPr>
          <a:xfrm>
            <a:off x="359999" y="6393960"/>
            <a:ext cx="2160000" cy="216000"/>
          </a:xfrm>
        </p:spPr>
        <p:txBody>
          <a:bodyPr/>
          <a:lstStyle/>
          <a:p>
            <a:pPr defTabSz="914332">
              <a:buClr>
                <a:srgbClr val="009999"/>
              </a:buClr>
            </a:pPr>
            <a:r>
              <a:rPr lang="en-US" kern="0"/>
              <a:t>© BCT Technology AG 2026</a:t>
            </a:r>
          </a:p>
        </p:txBody>
      </p:sp>
    </p:spTree>
    <p:extLst>
      <p:ext uri="{BB962C8B-B14F-4D97-AF65-F5344CB8AC3E}">
        <p14:creationId xmlns:p14="http://schemas.microsoft.com/office/powerpoint/2010/main" val="23307300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5_empty with hea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C24775-E57E-82D9-3E81-1F7825C82487}"/>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Tree>
    <p:extLst>
      <p:ext uri="{BB962C8B-B14F-4D97-AF65-F5344CB8AC3E}">
        <p14:creationId xmlns:p14="http://schemas.microsoft.com/office/powerpoint/2010/main" val="19497228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5_Webinar_Page">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360001" y="468000"/>
            <a:ext cx="11378322" cy="288000"/>
          </a:xfrm>
        </p:spPr>
        <p:txBody>
          <a:bodyPr/>
          <a:lstStyle>
            <a:lvl1pPr>
              <a:defRPr b="0">
                <a:solidFill>
                  <a:schemeClr val="tx1"/>
                </a:solidFill>
              </a:defRPr>
            </a:lvl1pPr>
          </a:lstStyle>
          <a:p>
            <a:r>
              <a:rPr lang="en-US"/>
              <a:t>Click to edit Master title style</a:t>
            </a:r>
          </a:p>
        </p:txBody>
      </p:sp>
      <p:sp>
        <p:nvSpPr>
          <p:cNvPr id="5" name="Textplatzhalter 4">
            <a:extLst>
              <a:ext uri="{FF2B5EF4-FFF2-40B4-BE49-F238E27FC236}">
                <a16:creationId xmlns:a16="http://schemas.microsoft.com/office/drawing/2014/main" id="{41E2CEA6-3007-6309-55B8-26686BE76F01}"/>
              </a:ext>
            </a:extLst>
          </p:cNvPr>
          <p:cNvSpPr>
            <a:spLocks noGrp="1"/>
          </p:cNvSpPr>
          <p:nvPr>
            <p:ph type="body" sz="quarter" idx="10"/>
          </p:nvPr>
        </p:nvSpPr>
        <p:spPr>
          <a:xfrm>
            <a:off x="360001" y="756000"/>
            <a:ext cx="11378322" cy="288000"/>
          </a:xfrm>
        </p:spPr>
        <p:txBody>
          <a:bodyPr lIns="0" tIns="0" rIns="0" bIns="0"/>
          <a:lstStyle>
            <a:lvl1pPr>
              <a:spcAft>
                <a:spcPts val="0"/>
              </a:spcAft>
              <a:defRPr sz="2000" b="1">
                <a:solidFill>
                  <a:srgbClr val="00FFB9"/>
                </a:solidFill>
              </a:defRPr>
            </a:lvl1pPr>
            <a:lvl2pPr>
              <a:defRPr sz="2000">
                <a:solidFill>
                  <a:srgbClr val="00FFB9"/>
                </a:solidFill>
              </a:defRPr>
            </a:lvl2pPr>
            <a:lvl3pPr>
              <a:defRPr sz="2000">
                <a:solidFill>
                  <a:srgbClr val="00FFB9"/>
                </a:solidFill>
              </a:defRPr>
            </a:lvl3pPr>
            <a:lvl4pPr>
              <a:defRPr sz="2000">
                <a:solidFill>
                  <a:srgbClr val="00FFB9"/>
                </a:solidFill>
              </a:defRPr>
            </a:lvl4pPr>
            <a:lvl5pPr>
              <a:defRPr sz="2000">
                <a:solidFill>
                  <a:srgbClr val="00FFB9"/>
                </a:solidFill>
              </a:defRPr>
            </a:lvl5pPr>
          </a:lstStyle>
          <a:p>
            <a:pPr lvl="0"/>
            <a:r>
              <a:rPr lang="de-DE"/>
              <a:t>Mastertextformat bearbeiten</a:t>
            </a:r>
          </a:p>
        </p:txBody>
      </p:sp>
      <p:sp>
        <p:nvSpPr>
          <p:cNvPr id="6" name="Fußzeilenplatzhalter 2">
            <a:extLst>
              <a:ext uri="{FF2B5EF4-FFF2-40B4-BE49-F238E27FC236}">
                <a16:creationId xmlns:a16="http://schemas.microsoft.com/office/drawing/2014/main" id="{084CEECB-15DD-0497-8568-618458AA35CC}"/>
              </a:ext>
            </a:extLst>
          </p:cNvPr>
          <p:cNvSpPr>
            <a:spLocks noGrp="1"/>
          </p:cNvSpPr>
          <p:nvPr>
            <p:ph type="ftr" sz="quarter" idx="11"/>
          </p:nvPr>
        </p:nvSpPr>
        <p:spPr>
          <a:xfrm>
            <a:off x="359999" y="6393960"/>
            <a:ext cx="2160000" cy="216000"/>
          </a:xfrm>
        </p:spPr>
        <p:txBody>
          <a:bodyPr/>
          <a:lstStyle>
            <a:lvl1pPr>
              <a:defRPr>
                <a:solidFill>
                  <a:schemeClr val="tx1"/>
                </a:solidFill>
              </a:defRPr>
            </a:lvl1pPr>
          </a:lstStyle>
          <a:p>
            <a:pPr defTabSz="914332">
              <a:buClr>
                <a:srgbClr val="009999"/>
              </a:buClr>
            </a:pPr>
            <a:r>
              <a:rPr lang="en-US" kern="0"/>
              <a:t>© BCT Technology AG 2026</a:t>
            </a:r>
          </a:p>
        </p:txBody>
      </p:sp>
    </p:spTree>
    <p:extLst>
      <p:ext uri="{BB962C8B-B14F-4D97-AF65-F5344CB8AC3E}">
        <p14:creationId xmlns:p14="http://schemas.microsoft.com/office/powerpoint/2010/main" val="11074543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8"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3"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4" userDrawn="1">
          <p15:clr>
            <a:srgbClr val="65CEFF"/>
          </p15:clr>
        </p15:guide>
        <p15:guide id="18" orient="horz" pos="4157" userDrawn="1">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0_header and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4561C7-1AC2-56A8-0DA8-A8AC283677A2}"/>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83C14D07-6306-0ECD-0725-AB64AB3B5571}"/>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Inhaltsplatzhalter 4">
            <a:extLst>
              <a:ext uri="{FF2B5EF4-FFF2-40B4-BE49-F238E27FC236}">
                <a16:creationId xmlns:a16="http://schemas.microsoft.com/office/drawing/2014/main" id="{871B088E-2238-6072-C32F-382ED483763A}"/>
              </a:ext>
            </a:extLst>
          </p:cNvPr>
          <p:cNvSpPr>
            <a:spLocks noGrp="1"/>
          </p:cNvSpPr>
          <p:nvPr>
            <p:ph sz="quarter" idx="11"/>
          </p:nvPr>
        </p:nvSpPr>
        <p:spPr>
          <a:xfrm>
            <a:off x="360363" y="1260000"/>
            <a:ext cx="115189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4627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0_text and pictur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6D09F0-299C-D3CA-47C7-12A924FB897C}"/>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6854E5B9-5EFE-2F3D-68CB-7F7C83D7B65D}"/>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6" name="Textplatzhalter 5">
            <a:extLst>
              <a:ext uri="{FF2B5EF4-FFF2-40B4-BE49-F238E27FC236}">
                <a16:creationId xmlns:a16="http://schemas.microsoft.com/office/drawing/2014/main" id="{52120600-29B7-CB32-6727-353C1223EB7F}"/>
              </a:ext>
            </a:extLst>
          </p:cNvPr>
          <p:cNvSpPr>
            <a:spLocks noGrp="1"/>
          </p:cNvSpPr>
          <p:nvPr>
            <p:ph type="body" sz="quarter" idx="11"/>
          </p:nvPr>
        </p:nvSpPr>
        <p:spPr>
          <a:xfrm>
            <a:off x="359999" y="1260000"/>
            <a:ext cx="5736001"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Bildplatzhalter 7">
            <a:extLst>
              <a:ext uri="{FF2B5EF4-FFF2-40B4-BE49-F238E27FC236}">
                <a16:creationId xmlns:a16="http://schemas.microsoft.com/office/drawing/2014/main" id="{E79CEC9D-C6E8-AF54-D4B5-7D80FC9C10A5}"/>
              </a:ext>
            </a:extLst>
          </p:cNvPr>
          <p:cNvSpPr>
            <a:spLocks noGrp="1"/>
          </p:cNvSpPr>
          <p:nvPr>
            <p:ph type="pic" sz="quarter" idx="12"/>
          </p:nvPr>
        </p:nvSpPr>
        <p:spPr>
          <a:xfrm>
            <a:off x="6095999" y="1260000"/>
            <a:ext cx="5784000" cy="4680000"/>
          </a:xfrm>
        </p:spPr>
        <p:txBody>
          <a:bodyPr/>
          <a:lstStyle/>
          <a:p>
            <a:endParaRPr lang="de-DE"/>
          </a:p>
        </p:txBody>
      </p:sp>
    </p:spTree>
    <p:extLst>
      <p:ext uri="{BB962C8B-B14F-4D97-AF65-F5344CB8AC3E}">
        <p14:creationId xmlns:p14="http://schemas.microsoft.com/office/powerpoint/2010/main" val="33475676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0_text and big picture">
    <p:spTree>
      <p:nvGrpSpPr>
        <p:cNvPr id="1" name=""/>
        <p:cNvGrpSpPr/>
        <p:nvPr/>
      </p:nvGrpSpPr>
      <p:grpSpPr>
        <a:xfrm>
          <a:off x="0" y="0"/>
          <a:ext cx="0" cy="0"/>
          <a:chOff x="0" y="0"/>
          <a:chExt cx="0" cy="0"/>
        </a:xfrm>
      </p:grpSpPr>
      <p:sp>
        <p:nvSpPr>
          <p:cNvPr id="5" name="Inhaltsplatzhalter 4">
            <a:extLst>
              <a:ext uri="{FF2B5EF4-FFF2-40B4-BE49-F238E27FC236}">
                <a16:creationId xmlns:a16="http://schemas.microsoft.com/office/drawing/2014/main" id="{7B1875AF-0988-BAEB-B339-9936DF38DE76}"/>
              </a:ext>
            </a:extLst>
          </p:cNvPr>
          <p:cNvSpPr>
            <a:spLocks noGrp="1"/>
          </p:cNvSpPr>
          <p:nvPr>
            <p:ph sz="quarter" idx="11"/>
          </p:nvPr>
        </p:nvSpPr>
        <p:spPr>
          <a:xfrm>
            <a:off x="0" y="0"/>
            <a:ext cx="6048000" cy="684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Titel 1">
            <a:extLst>
              <a:ext uri="{FF2B5EF4-FFF2-40B4-BE49-F238E27FC236}">
                <a16:creationId xmlns:a16="http://schemas.microsoft.com/office/drawing/2014/main" id="{031DFF48-5E15-5263-0A44-64ACB21CEB62}"/>
              </a:ext>
            </a:extLst>
          </p:cNvPr>
          <p:cNvSpPr>
            <a:spLocks noGrp="1"/>
          </p:cNvSpPr>
          <p:nvPr>
            <p:ph type="title"/>
          </p:nvPr>
        </p:nvSpPr>
        <p:spPr>
          <a:xfrm>
            <a:off x="6096001" y="360000"/>
            <a:ext cx="5783999" cy="648000"/>
          </a:xfrm>
        </p:spPr>
        <p:txBody>
          <a:bodyPr/>
          <a:lstStyle/>
          <a:p>
            <a:r>
              <a:rPr lang="de-DE"/>
              <a:t>Mastertitelformat bearbeiten</a:t>
            </a:r>
          </a:p>
        </p:txBody>
      </p:sp>
      <p:sp>
        <p:nvSpPr>
          <p:cNvPr id="7" name="Textplatzhalter 6">
            <a:extLst>
              <a:ext uri="{FF2B5EF4-FFF2-40B4-BE49-F238E27FC236}">
                <a16:creationId xmlns:a16="http://schemas.microsoft.com/office/drawing/2014/main" id="{61FD8902-B811-661C-EC75-CF6DD87587BA}"/>
              </a:ext>
            </a:extLst>
          </p:cNvPr>
          <p:cNvSpPr>
            <a:spLocks noGrp="1"/>
          </p:cNvSpPr>
          <p:nvPr>
            <p:ph type="body" sz="quarter" idx="12"/>
          </p:nvPr>
        </p:nvSpPr>
        <p:spPr>
          <a:xfrm>
            <a:off x="6096000" y="1259998"/>
            <a:ext cx="5662614"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a:extLst>
              <a:ext uri="{FF2B5EF4-FFF2-40B4-BE49-F238E27FC236}">
                <a16:creationId xmlns:a16="http://schemas.microsoft.com/office/drawing/2014/main" id="{C4BE53AE-E0CC-2686-6EE8-81A3672FF2B7}"/>
              </a:ext>
            </a:extLst>
          </p:cNvPr>
          <p:cNvSpPr>
            <a:spLocks noGrp="1"/>
          </p:cNvSpPr>
          <p:nvPr>
            <p:ph type="ftr" sz="quarter" idx="10"/>
          </p:nvPr>
        </p:nvSpPr>
        <p:spPr/>
        <p:txBody>
          <a:bodyPr/>
          <a:lstStyle/>
          <a:p>
            <a:pPr defTabSz="914332">
              <a:buClr>
                <a:srgbClr val="009999"/>
              </a:buClr>
            </a:pPr>
            <a:r>
              <a:rPr lang="en-US" kern="0"/>
              <a:t>© BCT Technology AG 2026</a:t>
            </a:r>
          </a:p>
        </p:txBody>
      </p:sp>
    </p:spTree>
    <p:extLst>
      <p:ext uri="{BB962C8B-B14F-4D97-AF65-F5344CB8AC3E}">
        <p14:creationId xmlns:p14="http://schemas.microsoft.com/office/powerpoint/2010/main" val="25292273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0_two window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CF6967-7E0D-023F-5CFE-F49DC69ADCA4}"/>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24CEDD29-F67F-BFBE-75EA-6BE969236F9A}"/>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Inhaltsplatzhalter 4">
            <a:extLst>
              <a:ext uri="{FF2B5EF4-FFF2-40B4-BE49-F238E27FC236}">
                <a16:creationId xmlns:a16="http://schemas.microsoft.com/office/drawing/2014/main" id="{B26E554D-7346-3C09-CAFA-4508B0796BE1}"/>
              </a:ext>
            </a:extLst>
          </p:cNvPr>
          <p:cNvSpPr>
            <a:spLocks noGrp="1"/>
          </p:cNvSpPr>
          <p:nvPr>
            <p:ph sz="quarter" idx="11"/>
          </p:nvPr>
        </p:nvSpPr>
        <p:spPr>
          <a:xfrm>
            <a:off x="360363" y="1260000"/>
            <a:ext cx="54000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Inhaltsplatzhalter 4">
            <a:extLst>
              <a:ext uri="{FF2B5EF4-FFF2-40B4-BE49-F238E27FC236}">
                <a16:creationId xmlns:a16="http://schemas.microsoft.com/office/drawing/2014/main" id="{8C4AA20D-17DD-0DE6-1551-37BAC4D6BF4C}"/>
              </a:ext>
            </a:extLst>
          </p:cNvPr>
          <p:cNvSpPr>
            <a:spLocks noGrp="1"/>
          </p:cNvSpPr>
          <p:nvPr>
            <p:ph sz="quarter" idx="12"/>
          </p:nvPr>
        </p:nvSpPr>
        <p:spPr>
          <a:xfrm>
            <a:off x="6119999" y="1260000"/>
            <a:ext cx="54000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4644297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nalyse_Strategie">
    <p:spTree>
      <p:nvGrpSpPr>
        <p:cNvPr id="1" name=""/>
        <p:cNvGrpSpPr/>
        <p:nvPr/>
      </p:nvGrpSpPr>
      <p:grpSpPr>
        <a:xfrm>
          <a:off x="0" y="0"/>
          <a:ext cx="0" cy="0"/>
          <a:chOff x="0" y="0"/>
          <a:chExt cx="0" cy="0"/>
        </a:xfrm>
      </p:grpSpPr>
      <p:pic>
        <p:nvPicPr>
          <p:cNvPr id="6" name="Picture 10" descr="A picture containing text, document&#10;&#10;Description automatically generated">
            <a:extLst>
              <a:ext uri="{FF2B5EF4-FFF2-40B4-BE49-F238E27FC236}">
                <a16:creationId xmlns:a16="http://schemas.microsoft.com/office/drawing/2014/main" id="{DD681AB8-5B50-6C81-DF92-F63CFA9CD99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09504" y="1356991"/>
            <a:ext cx="4571406" cy="4571405"/>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p:spPr>
      </p:pic>
      <p:sp>
        <p:nvSpPr>
          <p:cNvPr id="2" name="Titel 1">
            <a:extLst>
              <a:ext uri="{FF2B5EF4-FFF2-40B4-BE49-F238E27FC236}">
                <a16:creationId xmlns:a16="http://schemas.microsoft.com/office/drawing/2014/main" id="{0CBF81BF-5801-155A-C536-668EB10F5FC5}"/>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52DFBF1A-C618-526C-4BD8-9424CC6DC0FC}"/>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8" name="Oval 13">
            <a:extLst>
              <a:ext uri="{FF2B5EF4-FFF2-40B4-BE49-F238E27FC236}">
                <a16:creationId xmlns:a16="http://schemas.microsoft.com/office/drawing/2014/main" id="{D1005DD2-1284-7DA0-1B6E-D2F023DD6031}"/>
              </a:ext>
            </a:extLst>
          </p:cNvPr>
          <p:cNvSpPr/>
          <p:nvPr userDrawn="1"/>
        </p:nvSpPr>
        <p:spPr>
          <a:xfrm>
            <a:off x="3719508" y="1265563"/>
            <a:ext cx="4754261" cy="475426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7986" tIns="71991" rIns="107986" bIns="71991" rtlCol="0" anchor="t" anchorCtr="0"/>
          <a:lstStyle/>
          <a:p>
            <a:pPr defTabSz="914332">
              <a:defRPr/>
            </a:pPr>
            <a:endParaRPr lang="en-US" sz="1801">
              <a:solidFill>
                <a:prstClr val="white"/>
              </a:solidFill>
              <a:latin typeface="Arial"/>
            </a:endParaRPr>
          </a:p>
        </p:txBody>
      </p:sp>
      <p:sp>
        <p:nvSpPr>
          <p:cNvPr id="9" name="AutoShape 54">
            <a:extLst>
              <a:ext uri="{FF2B5EF4-FFF2-40B4-BE49-F238E27FC236}">
                <a16:creationId xmlns:a16="http://schemas.microsoft.com/office/drawing/2014/main" id="{9A2C7C36-5BC0-0CA6-305B-A1F3E0138CCF}"/>
              </a:ext>
            </a:extLst>
          </p:cNvPr>
          <p:cNvSpPr>
            <a:spLocks noChangeArrowheads="1"/>
          </p:cNvSpPr>
          <p:nvPr userDrawn="1"/>
        </p:nvSpPr>
        <p:spPr bwMode="auto">
          <a:xfrm>
            <a:off x="410346" y="1265561"/>
            <a:ext cx="5111550" cy="2283962"/>
          </a:xfrm>
          <a:prstGeom prst="homePlate">
            <a:avLst>
              <a:gd name="adj" fmla="val 34254"/>
            </a:avLst>
          </a:prstGeom>
          <a:solidFill>
            <a:schemeClr val="accent1">
              <a:lumMod val="75000"/>
              <a:alpha val="50000"/>
            </a:schemeClr>
          </a:solidFill>
          <a:ln w="0">
            <a:solidFill>
              <a:schemeClr val="accent1"/>
            </a:solidFill>
          </a:ln>
          <a:effectLst/>
        </p:spPr>
        <p:txBody>
          <a:bodyPr lIns="143906" tIns="71954" rIns="1554278" bIns="71954" anchor="t" anchorCtr="0"/>
          <a:lstStyle/>
          <a:p>
            <a:pPr defTabSz="761943" eaLnBrk="0" hangingPunct="0">
              <a:spcBef>
                <a:spcPct val="0"/>
              </a:spcBef>
              <a:defRPr/>
            </a:pPr>
            <a:endParaRPr lang="en-US" sz="1801">
              <a:solidFill>
                <a:srgbClr val="F3F3F0"/>
              </a:solidFill>
              <a:latin typeface="Arial"/>
              <a:ea typeface="Arial Unicode MS"/>
            </a:endParaRPr>
          </a:p>
        </p:txBody>
      </p:sp>
      <p:sp>
        <p:nvSpPr>
          <p:cNvPr id="10" name="AutoShape 54">
            <a:extLst>
              <a:ext uri="{FF2B5EF4-FFF2-40B4-BE49-F238E27FC236}">
                <a16:creationId xmlns:a16="http://schemas.microsoft.com/office/drawing/2014/main" id="{ECD53B1B-9F9D-761B-EDB3-292D2D53C8DB}"/>
              </a:ext>
            </a:extLst>
          </p:cNvPr>
          <p:cNvSpPr>
            <a:spLocks noChangeArrowheads="1"/>
          </p:cNvSpPr>
          <p:nvPr userDrawn="1"/>
        </p:nvSpPr>
        <p:spPr bwMode="auto">
          <a:xfrm rot="10800000" flipV="1">
            <a:off x="6673531" y="1265563"/>
            <a:ext cx="5111550" cy="2283961"/>
          </a:xfrm>
          <a:prstGeom prst="homePlate">
            <a:avLst>
              <a:gd name="adj" fmla="val 35342"/>
            </a:avLst>
          </a:prstGeom>
          <a:solidFill>
            <a:schemeClr val="accent1">
              <a:lumMod val="75000"/>
              <a:alpha val="50000"/>
            </a:schemeClr>
          </a:solidFill>
          <a:ln w="0">
            <a:solidFill>
              <a:schemeClr val="accent1"/>
            </a:solidFill>
          </a:ln>
          <a:effectLst/>
        </p:spPr>
        <p:txBody>
          <a:bodyPr lIns="1554278" tIns="71954" rIns="143906" bIns="71954" anchor="t" anchorCtr="0"/>
          <a:lstStyle/>
          <a:p>
            <a:pPr>
              <a:spcBef>
                <a:spcPts val="300"/>
              </a:spcBef>
              <a:buClr>
                <a:srgbClr val="009999"/>
              </a:buClr>
              <a:buSzPct val="100000"/>
              <a:tabLst>
                <a:tab pos="0" algn="l"/>
              </a:tabLst>
              <a:defRPr/>
            </a:pPr>
            <a:endParaRPr lang="en-US" sz="2000">
              <a:solidFill>
                <a:srgbClr val="F3F3F0"/>
              </a:solidFill>
              <a:latin typeface="Arial"/>
              <a:ea typeface="Arial Unicode MS"/>
            </a:endParaRPr>
          </a:p>
        </p:txBody>
      </p:sp>
      <p:sp>
        <p:nvSpPr>
          <p:cNvPr id="11" name="Oval 4">
            <a:extLst>
              <a:ext uri="{FF2B5EF4-FFF2-40B4-BE49-F238E27FC236}">
                <a16:creationId xmlns:a16="http://schemas.microsoft.com/office/drawing/2014/main" id="{86D06B27-1368-2C6C-3130-D351D450D105}"/>
              </a:ext>
            </a:extLst>
          </p:cNvPr>
          <p:cNvSpPr/>
          <p:nvPr userDrawn="1"/>
        </p:nvSpPr>
        <p:spPr>
          <a:xfrm>
            <a:off x="3719508" y="1265563"/>
            <a:ext cx="4754261" cy="475426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7986" tIns="71991" rIns="107986" bIns="71991" rtlCol="0" anchor="t" anchorCtr="0"/>
          <a:lstStyle/>
          <a:p>
            <a:pPr defTabSz="914332">
              <a:defRPr/>
            </a:pPr>
            <a:endParaRPr lang="en-US" sz="1801">
              <a:solidFill>
                <a:prstClr val="white"/>
              </a:solidFill>
              <a:latin typeface="Arial"/>
            </a:endParaRPr>
          </a:p>
        </p:txBody>
      </p:sp>
      <p:sp>
        <p:nvSpPr>
          <p:cNvPr id="13" name="AutoShape 54">
            <a:extLst>
              <a:ext uri="{FF2B5EF4-FFF2-40B4-BE49-F238E27FC236}">
                <a16:creationId xmlns:a16="http://schemas.microsoft.com/office/drawing/2014/main" id="{7065C5A1-EF64-D754-49F3-FE8AFD16495F}"/>
              </a:ext>
            </a:extLst>
          </p:cNvPr>
          <p:cNvSpPr>
            <a:spLocks noChangeArrowheads="1"/>
          </p:cNvSpPr>
          <p:nvPr userDrawn="1"/>
        </p:nvSpPr>
        <p:spPr bwMode="auto">
          <a:xfrm>
            <a:off x="410346" y="3741689"/>
            <a:ext cx="5111550" cy="2283962"/>
          </a:xfrm>
          <a:prstGeom prst="homePlate">
            <a:avLst>
              <a:gd name="adj" fmla="val 34254"/>
            </a:avLst>
          </a:prstGeom>
          <a:solidFill>
            <a:schemeClr val="accent1">
              <a:lumMod val="75000"/>
              <a:alpha val="50000"/>
            </a:schemeClr>
          </a:solidFill>
          <a:ln w="0">
            <a:solidFill>
              <a:schemeClr val="accent1"/>
            </a:solidFill>
          </a:ln>
          <a:effectLst/>
        </p:spPr>
        <p:txBody>
          <a:bodyPr lIns="143906" tIns="71954" rIns="1554278" bIns="71954" anchor="t" anchorCtr="0"/>
          <a:lstStyle/>
          <a:p>
            <a:pPr defTabSz="761943" eaLnBrk="0" hangingPunct="0">
              <a:spcBef>
                <a:spcPct val="0"/>
              </a:spcBef>
              <a:defRPr/>
            </a:pPr>
            <a:br>
              <a:rPr lang="de-AT" sz="1050">
                <a:solidFill>
                  <a:srgbClr val="F3F3F0"/>
                </a:solidFill>
                <a:latin typeface="Arial"/>
                <a:ea typeface="Arial Unicode MS"/>
              </a:rPr>
            </a:br>
            <a:endParaRPr lang="de-AT" sz="1050">
              <a:solidFill>
                <a:srgbClr val="F3F3F0"/>
              </a:solidFill>
              <a:latin typeface="Arial"/>
              <a:ea typeface="Arial Unicode MS"/>
            </a:endParaRPr>
          </a:p>
          <a:p>
            <a:br>
              <a:rPr lang="de-AT" sz="900">
                <a:solidFill>
                  <a:srgbClr val="F3F3F0"/>
                </a:solidFill>
                <a:latin typeface="Arial"/>
                <a:ea typeface="Arial Unicode MS"/>
              </a:rPr>
            </a:br>
            <a:endParaRPr lang="en-US" sz="900">
              <a:solidFill>
                <a:srgbClr val="F3F3F0"/>
              </a:solidFill>
              <a:latin typeface="Arial"/>
              <a:ea typeface="Arial Unicode MS"/>
            </a:endParaRPr>
          </a:p>
        </p:txBody>
      </p:sp>
      <p:sp>
        <p:nvSpPr>
          <p:cNvPr id="14" name="AutoShape 54">
            <a:extLst>
              <a:ext uri="{FF2B5EF4-FFF2-40B4-BE49-F238E27FC236}">
                <a16:creationId xmlns:a16="http://schemas.microsoft.com/office/drawing/2014/main" id="{7DD64256-D1D8-5D7C-35A6-75035FCDD6E6}"/>
              </a:ext>
            </a:extLst>
          </p:cNvPr>
          <p:cNvSpPr>
            <a:spLocks noChangeArrowheads="1"/>
          </p:cNvSpPr>
          <p:nvPr userDrawn="1"/>
        </p:nvSpPr>
        <p:spPr bwMode="auto">
          <a:xfrm rot="10800000" flipV="1">
            <a:off x="6673531" y="3741690"/>
            <a:ext cx="5111550" cy="2283961"/>
          </a:xfrm>
          <a:prstGeom prst="homePlate">
            <a:avLst>
              <a:gd name="adj" fmla="val 35342"/>
            </a:avLst>
          </a:prstGeom>
          <a:solidFill>
            <a:schemeClr val="accent1">
              <a:lumMod val="75000"/>
              <a:alpha val="50000"/>
            </a:schemeClr>
          </a:solidFill>
          <a:ln w="0">
            <a:solidFill>
              <a:schemeClr val="accent1"/>
            </a:solidFill>
          </a:ln>
          <a:effectLst/>
        </p:spPr>
        <p:txBody>
          <a:bodyPr lIns="1554278" tIns="71954" rIns="143906" bIns="71954" anchor="t" anchorCtr="0"/>
          <a:lstStyle/>
          <a:p>
            <a:pPr defTabSz="914332">
              <a:spcBef>
                <a:spcPts val="300"/>
              </a:spcBef>
              <a:buClr>
                <a:srgbClr val="009999"/>
              </a:buClr>
              <a:buSzPct val="100000"/>
              <a:tabLst>
                <a:tab pos="0" algn="l"/>
              </a:tabLst>
              <a:defRPr/>
            </a:pPr>
            <a:endParaRPr lang="de-DE" altLang="de-DE" sz="1050">
              <a:latin typeface="Arial" panose="020B0604020202020204" pitchFamily="34" charset="0"/>
            </a:endParaRPr>
          </a:p>
        </p:txBody>
      </p:sp>
      <p:sp>
        <p:nvSpPr>
          <p:cNvPr id="15" name="Freeform: Shape 14">
            <a:extLst>
              <a:ext uri="{FF2B5EF4-FFF2-40B4-BE49-F238E27FC236}">
                <a16:creationId xmlns:a16="http://schemas.microsoft.com/office/drawing/2014/main" id="{1B21F73E-55F7-55AC-1D66-5A307EB8D7C1}"/>
              </a:ext>
            </a:extLst>
          </p:cNvPr>
          <p:cNvSpPr/>
          <p:nvPr userDrawn="1"/>
        </p:nvSpPr>
        <p:spPr bwMode="gray">
          <a:xfrm>
            <a:off x="3744310" y="1261702"/>
            <a:ext cx="4751381" cy="4751381"/>
          </a:xfrm>
          <a:custGeom>
            <a:avLst/>
            <a:gdLst>
              <a:gd name="connsiteX0" fmla="*/ 2376000 w 4752000"/>
              <a:gd name="connsiteY0" fmla="*/ 288000 h 4752000"/>
              <a:gd name="connsiteX1" fmla="*/ 288000 w 4752000"/>
              <a:gd name="connsiteY1" fmla="*/ 2376000 h 4752000"/>
              <a:gd name="connsiteX2" fmla="*/ 2376000 w 4752000"/>
              <a:gd name="connsiteY2" fmla="*/ 4464000 h 4752000"/>
              <a:gd name="connsiteX3" fmla="*/ 4464000 w 4752000"/>
              <a:gd name="connsiteY3" fmla="*/ 2376000 h 4752000"/>
              <a:gd name="connsiteX4" fmla="*/ 2376000 w 4752000"/>
              <a:gd name="connsiteY4" fmla="*/ 288000 h 4752000"/>
              <a:gd name="connsiteX5" fmla="*/ 2376000 w 4752000"/>
              <a:gd name="connsiteY5" fmla="*/ 0 h 4752000"/>
              <a:gd name="connsiteX6" fmla="*/ 4752000 w 4752000"/>
              <a:gd name="connsiteY6" fmla="*/ 2376000 h 4752000"/>
              <a:gd name="connsiteX7" fmla="*/ 2376000 w 4752000"/>
              <a:gd name="connsiteY7" fmla="*/ 4752000 h 4752000"/>
              <a:gd name="connsiteX8" fmla="*/ 0 w 4752000"/>
              <a:gd name="connsiteY8" fmla="*/ 2376000 h 4752000"/>
              <a:gd name="connsiteX9" fmla="*/ 2376000 w 4752000"/>
              <a:gd name="connsiteY9" fmla="*/ 0 h 475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2000" h="4752000">
                <a:moveTo>
                  <a:pt x="2376000" y="288000"/>
                </a:moveTo>
                <a:cubicBezTo>
                  <a:pt x="1222829" y="288000"/>
                  <a:pt x="288000" y="1222830"/>
                  <a:pt x="288000" y="2376000"/>
                </a:cubicBezTo>
                <a:cubicBezTo>
                  <a:pt x="288000" y="3529170"/>
                  <a:pt x="1222829" y="4464000"/>
                  <a:pt x="2376000" y="4464000"/>
                </a:cubicBezTo>
                <a:cubicBezTo>
                  <a:pt x="3529171" y="4464000"/>
                  <a:pt x="4464000" y="3529170"/>
                  <a:pt x="4464000" y="2376000"/>
                </a:cubicBezTo>
                <a:cubicBezTo>
                  <a:pt x="4464000" y="1222830"/>
                  <a:pt x="3529171" y="288000"/>
                  <a:pt x="2376000" y="288000"/>
                </a:cubicBezTo>
                <a:close/>
                <a:moveTo>
                  <a:pt x="2376000" y="0"/>
                </a:moveTo>
                <a:cubicBezTo>
                  <a:pt x="3688229" y="0"/>
                  <a:pt x="4752000" y="1063772"/>
                  <a:pt x="4752000" y="2376000"/>
                </a:cubicBezTo>
                <a:cubicBezTo>
                  <a:pt x="4752000" y="3688228"/>
                  <a:pt x="3688229" y="4752000"/>
                  <a:pt x="2376000" y="4752000"/>
                </a:cubicBezTo>
                <a:cubicBezTo>
                  <a:pt x="1063771" y="4752000"/>
                  <a:pt x="0" y="3688228"/>
                  <a:pt x="0" y="2376000"/>
                </a:cubicBezTo>
                <a:cubicBezTo>
                  <a:pt x="0" y="1063772"/>
                  <a:pt x="1063771" y="0"/>
                  <a:pt x="2376000" y="0"/>
                </a:cubicBezTo>
                <a:close/>
              </a:path>
            </a:pathLst>
          </a:custGeom>
          <a:gradFill>
            <a:gsLst>
              <a:gs pos="0">
                <a:srgbClr val="00FFB9"/>
              </a:gs>
              <a:gs pos="100000">
                <a:srgbClr val="00E6DC"/>
              </a:gs>
            </a:gsLst>
            <a:lin ang="0" scaled="0"/>
          </a:gradFill>
          <a:ln>
            <a:noFill/>
          </a:ln>
          <a:effectLst/>
        </p:spPr>
        <p:txBody>
          <a:bodyPr wrap="square" lIns="1371422" tIns="143906" rIns="1371422" bIns="143906" numCol="1" spcCol="72000" rtlCol="0" anchor="ctr">
            <a:noAutofit/>
          </a:bodyPr>
          <a:lstStyle/>
          <a:p>
            <a:pPr algn="ctr" defTabSz="914332">
              <a:lnSpc>
                <a:spcPct val="110000"/>
              </a:lnSpc>
              <a:spcBef>
                <a:spcPct val="0"/>
              </a:spcBef>
              <a:defRPr/>
            </a:pPr>
            <a:endParaRPr lang="en-US" sz="2400" b="1">
              <a:solidFill>
                <a:srgbClr val="00557C"/>
              </a:solidFill>
              <a:latin typeface="Arial"/>
            </a:endParaRPr>
          </a:p>
        </p:txBody>
      </p:sp>
      <p:sp>
        <p:nvSpPr>
          <p:cNvPr id="19" name="Rechteck 18">
            <a:extLst>
              <a:ext uri="{FF2B5EF4-FFF2-40B4-BE49-F238E27FC236}">
                <a16:creationId xmlns:a16="http://schemas.microsoft.com/office/drawing/2014/main" id="{04F380F0-4F46-7A61-4667-9002896641BD}"/>
              </a:ext>
            </a:extLst>
          </p:cNvPr>
          <p:cNvSpPr/>
          <p:nvPr userDrawn="1"/>
        </p:nvSpPr>
        <p:spPr>
          <a:xfrm>
            <a:off x="2" y="1261702"/>
            <a:ext cx="12191999" cy="4751381"/>
          </a:xfrm>
          <a:prstGeom prst="rect">
            <a:avLst/>
          </a:prstGeom>
          <a:solidFill>
            <a:srgbClr val="0000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sz="1801"/>
          </a:p>
        </p:txBody>
      </p:sp>
      <p:sp>
        <p:nvSpPr>
          <p:cNvPr id="22" name="Textplatzhalter 21">
            <a:extLst>
              <a:ext uri="{FF2B5EF4-FFF2-40B4-BE49-F238E27FC236}">
                <a16:creationId xmlns:a16="http://schemas.microsoft.com/office/drawing/2014/main" id="{11159B6F-E42B-3D69-FDAA-0CF096091BF1}"/>
              </a:ext>
            </a:extLst>
          </p:cNvPr>
          <p:cNvSpPr>
            <a:spLocks noGrp="1"/>
          </p:cNvSpPr>
          <p:nvPr>
            <p:ph type="body" sz="quarter" idx="11"/>
          </p:nvPr>
        </p:nvSpPr>
        <p:spPr>
          <a:xfrm>
            <a:off x="406920" y="1265561"/>
            <a:ext cx="3337390" cy="22839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3" name="Textplatzhalter 21">
            <a:extLst>
              <a:ext uri="{FF2B5EF4-FFF2-40B4-BE49-F238E27FC236}">
                <a16:creationId xmlns:a16="http://schemas.microsoft.com/office/drawing/2014/main" id="{488B5D36-858E-A98C-2799-09E6AC9D5C4E}"/>
              </a:ext>
            </a:extLst>
          </p:cNvPr>
          <p:cNvSpPr>
            <a:spLocks noGrp="1"/>
          </p:cNvSpPr>
          <p:nvPr>
            <p:ph type="body" sz="quarter" idx="12"/>
          </p:nvPr>
        </p:nvSpPr>
        <p:spPr>
          <a:xfrm>
            <a:off x="406920" y="3741688"/>
            <a:ext cx="3337390" cy="22839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4" name="Textplatzhalter 21">
            <a:extLst>
              <a:ext uri="{FF2B5EF4-FFF2-40B4-BE49-F238E27FC236}">
                <a16:creationId xmlns:a16="http://schemas.microsoft.com/office/drawing/2014/main" id="{737E0E7B-57AE-CD3E-8556-F0583952CD94}"/>
              </a:ext>
            </a:extLst>
          </p:cNvPr>
          <p:cNvSpPr>
            <a:spLocks noGrp="1"/>
          </p:cNvSpPr>
          <p:nvPr>
            <p:ph type="body" sz="quarter" idx="13"/>
          </p:nvPr>
        </p:nvSpPr>
        <p:spPr>
          <a:xfrm>
            <a:off x="8444265" y="1265561"/>
            <a:ext cx="3337390" cy="22839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5" name="Textplatzhalter 21">
            <a:extLst>
              <a:ext uri="{FF2B5EF4-FFF2-40B4-BE49-F238E27FC236}">
                <a16:creationId xmlns:a16="http://schemas.microsoft.com/office/drawing/2014/main" id="{03692F5B-5736-E92D-CD39-1C1DCE1ECD38}"/>
              </a:ext>
            </a:extLst>
          </p:cNvPr>
          <p:cNvSpPr>
            <a:spLocks noGrp="1"/>
          </p:cNvSpPr>
          <p:nvPr>
            <p:ph type="body" sz="quarter" idx="14"/>
          </p:nvPr>
        </p:nvSpPr>
        <p:spPr>
          <a:xfrm>
            <a:off x="8444265" y="3732033"/>
            <a:ext cx="3337390" cy="22839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6" name="Textplatzhalter 21">
            <a:extLst>
              <a:ext uri="{FF2B5EF4-FFF2-40B4-BE49-F238E27FC236}">
                <a16:creationId xmlns:a16="http://schemas.microsoft.com/office/drawing/2014/main" id="{9EAF4B00-499B-FB84-F6DC-9E1E1F281654}"/>
              </a:ext>
            </a:extLst>
          </p:cNvPr>
          <p:cNvSpPr>
            <a:spLocks noGrp="1"/>
          </p:cNvSpPr>
          <p:nvPr>
            <p:ph type="body" sz="quarter" idx="15"/>
          </p:nvPr>
        </p:nvSpPr>
        <p:spPr>
          <a:xfrm>
            <a:off x="4915818" y="3257551"/>
            <a:ext cx="2456533" cy="8667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5238218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alyse_Zusammenfassung">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2BB4A024-9BDD-4AAA-3661-4D78BB8F0C5B}"/>
              </a:ext>
            </a:extLst>
          </p:cNvPr>
          <p:cNvSpPr txBox="1">
            <a:spLocks/>
          </p:cNvSpPr>
          <p:nvPr userDrawn="1"/>
        </p:nvSpPr>
        <p:spPr>
          <a:xfrm>
            <a:off x="359999" y="2400269"/>
            <a:ext cx="3582076" cy="3551810"/>
          </a:xfrm>
          <a:prstGeom prst="roundRect">
            <a:avLst>
              <a:gd name="adj" fmla="val 5706"/>
            </a:avLst>
          </a:prstGeom>
          <a:solidFill>
            <a:schemeClr val="accent5">
              <a:alpha val="50000"/>
            </a:schemeClr>
          </a:solidFill>
          <a:ln>
            <a:solidFill>
              <a:srgbClr val="26A7AB"/>
            </a:solidFill>
          </a:ln>
        </p:spPr>
        <p:txBody>
          <a:bodyPr lIns="215860" tIns="360000" rIns="215860" bIns="45714" anchor="t" anchorCtr="0"/>
          <a:lstStyle>
            <a:defPPr>
              <a:defRPr lang="de-DE"/>
            </a:defPPr>
            <a:lvl1pPr marL="0" indent="0" algn="l" defTabSz="914400" rtl="0" eaLnBrk="1" fontAlgn="base" latinLnBrk="0" hangingPunct="1">
              <a:lnSpc>
                <a:spcPct val="110000"/>
              </a:lnSpc>
              <a:spcBef>
                <a:spcPct val="0"/>
              </a:spcBef>
              <a:spcAft>
                <a:spcPct val="0"/>
              </a:spcAft>
              <a:buClr>
                <a:schemeClr val="accent1"/>
              </a:buClr>
              <a:buFont typeface="Arial" pitchFamily="34" charset="0"/>
              <a:buNone/>
              <a:tabLst/>
              <a:defRPr sz="1800" kern="1200">
                <a:solidFill>
                  <a:schemeClr val="tx1"/>
                </a:solidFill>
                <a:latin typeface="Arial" pitchFamily="34" charset="0"/>
                <a:ea typeface="+mn-ea"/>
                <a:cs typeface="Arial" pitchFamily="34" charset="0"/>
              </a:defRPr>
            </a:lvl1pPr>
            <a:lvl2pPr marL="179298" indent="-177711" algn="l" defTabSz="914400" rtl="0" eaLnBrk="1" fontAlgn="base" latinLnBrk="0" hangingPunct="1">
              <a:lnSpc>
                <a:spcPct val="110000"/>
              </a:lnSpc>
              <a:spcBef>
                <a:spcPct val="0"/>
              </a:spcBef>
              <a:spcAft>
                <a:spcPct val="0"/>
              </a:spcAft>
              <a:buClr>
                <a:schemeClr val="accent1"/>
              </a:buClr>
              <a:buChar char="•"/>
              <a:tabLst/>
              <a:defRPr sz="1800" kern="1200">
                <a:solidFill>
                  <a:schemeClr val="tx1"/>
                </a:solidFill>
                <a:latin typeface="Arial" pitchFamily="34" charset="0"/>
                <a:ea typeface="+mn-ea"/>
                <a:cs typeface="Arial" pitchFamily="34" charset="0"/>
              </a:defRPr>
            </a:lvl2pPr>
            <a:lvl3pPr marL="358596" indent="-177711" algn="l" defTabSz="914400" rtl="0" eaLnBrk="1" fontAlgn="base" latinLnBrk="0" hangingPunct="1">
              <a:lnSpc>
                <a:spcPct val="110000"/>
              </a:lnSpc>
              <a:spcBef>
                <a:spcPct val="0"/>
              </a:spcBef>
              <a:spcAft>
                <a:spcPct val="0"/>
              </a:spcAft>
              <a:buClr>
                <a:schemeClr val="accent1"/>
              </a:buClr>
              <a:buChar char="•"/>
              <a:tabLst/>
              <a:defRPr sz="1800" kern="1200">
                <a:solidFill>
                  <a:schemeClr val="tx1"/>
                </a:solidFill>
                <a:latin typeface="Arial" pitchFamily="34" charset="0"/>
                <a:ea typeface="+mn-ea"/>
                <a:cs typeface="Arial" pitchFamily="34" charset="0"/>
              </a:defRPr>
            </a:lvl3pPr>
            <a:lvl4pPr marL="537894" indent="-177711" algn="l" defTabSz="914400" rtl="0" eaLnBrk="1" fontAlgn="base" latinLnBrk="0" hangingPunct="1">
              <a:lnSpc>
                <a:spcPct val="110000"/>
              </a:lnSpc>
              <a:spcBef>
                <a:spcPct val="0"/>
              </a:spcBef>
              <a:spcAft>
                <a:spcPct val="0"/>
              </a:spcAft>
              <a:buClr>
                <a:schemeClr val="accent1"/>
              </a:buClr>
              <a:buChar char="•"/>
              <a:tabLst/>
              <a:defRPr sz="1800" kern="1200">
                <a:solidFill>
                  <a:schemeClr val="tx1"/>
                </a:solidFill>
                <a:latin typeface="Arial" pitchFamily="34" charset="0"/>
                <a:ea typeface="+mn-ea"/>
                <a:cs typeface="Arial" pitchFamily="34" charset="0"/>
              </a:defRPr>
            </a:lvl4pPr>
            <a:lvl5pPr marL="717191" indent="-177711" algn="l" defTabSz="914400" rtl="0" eaLnBrk="1" fontAlgn="base" latinLnBrk="0" hangingPunct="1">
              <a:lnSpc>
                <a:spcPct val="110000"/>
              </a:lnSpc>
              <a:spcBef>
                <a:spcPct val="0"/>
              </a:spcBef>
              <a:spcAft>
                <a:spcPct val="0"/>
              </a:spcAft>
              <a:buClr>
                <a:schemeClr val="accent1"/>
              </a:buClr>
              <a:buChar char="•"/>
              <a:tabLst/>
              <a:defRPr sz="1800" kern="1200" baseline="0">
                <a:solidFill>
                  <a:schemeClr val="tx1"/>
                </a:solidFill>
                <a:latin typeface="Arial" pitchFamily="34" charset="0"/>
                <a:ea typeface="+mn-ea"/>
                <a:cs typeface="Arial" pitchFamily="34" charset="0"/>
              </a:defRPr>
            </a:lvl5pPr>
            <a:lvl6pPr marL="1220178" indent="-188819" algn="l" defTabSz="914400" rtl="0" eaLnBrk="1" fontAlgn="base" latinLnBrk="0" hangingPunct="1">
              <a:lnSpc>
                <a:spcPct val="110000"/>
              </a:lnSpc>
              <a:spcBef>
                <a:spcPct val="0"/>
              </a:spcBef>
              <a:spcAft>
                <a:spcPct val="0"/>
              </a:spcAft>
              <a:buClr>
                <a:schemeClr val="accent1"/>
              </a:buClr>
              <a:buFont typeface="Wingdings" charset="0"/>
              <a:buChar char="§"/>
              <a:defRPr sz="1800" kern="1200">
                <a:solidFill>
                  <a:schemeClr val="tx1"/>
                </a:solidFill>
                <a:latin typeface="+mn-lt"/>
                <a:ea typeface="+mn-ea"/>
                <a:cs typeface="+mn-cs"/>
              </a:defRPr>
            </a:lvl6pPr>
            <a:lvl7pPr marL="1677149" indent="-188819" algn="l" defTabSz="914400" rtl="0" eaLnBrk="1" fontAlgn="base" latinLnBrk="0" hangingPunct="1">
              <a:lnSpc>
                <a:spcPct val="110000"/>
              </a:lnSpc>
              <a:spcBef>
                <a:spcPct val="0"/>
              </a:spcBef>
              <a:spcAft>
                <a:spcPct val="0"/>
              </a:spcAft>
              <a:buClr>
                <a:schemeClr val="accent1"/>
              </a:buClr>
              <a:buFont typeface="Wingdings" charset="0"/>
              <a:buChar char="§"/>
              <a:defRPr sz="1800" kern="1200">
                <a:solidFill>
                  <a:schemeClr val="tx1"/>
                </a:solidFill>
                <a:latin typeface="+mn-lt"/>
                <a:ea typeface="+mn-ea"/>
                <a:cs typeface="+mn-cs"/>
              </a:defRPr>
            </a:lvl7pPr>
            <a:lvl8pPr marL="2134120" indent="-188819" algn="l" defTabSz="914400" rtl="0" eaLnBrk="1" fontAlgn="base" latinLnBrk="0" hangingPunct="1">
              <a:lnSpc>
                <a:spcPct val="110000"/>
              </a:lnSpc>
              <a:spcBef>
                <a:spcPct val="0"/>
              </a:spcBef>
              <a:spcAft>
                <a:spcPct val="0"/>
              </a:spcAft>
              <a:buClr>
                <a:schemeClr val="accent1"/>
              </a:buClr>
              <a:buFont typeface="Wingdings" charset="0"/>
              <a:buChar char="§"/>
              <a:defRPr sz="1800" kern="1200">
                <a:solidFill>
                  <a:schemeClr val="tx1"/>
                </a:solidFill>
                <a:latin typeface="+mn-lt"/>
                <a:ea typeface="+mn-ea"/>
                <a:cs typeface="+mn-cs"/>
              </a:defRPr>
            </a:lvl8pPr>
            <a:lvl9pPr marL="2591092" indent="-188819" algn="l" defTabSz="914400" rtl="0" eaLnBrk="1" fontAlgn="base" latinLnBrk="0" hangingPunct="1">
              <a:lnSpc>
                <a:spcPct val="110000"/>
              </a:lnSpc>
              <a:spcBef>
                <a:spcPct val="0"/>
              </a:spcBef>
              <a:spcAft>
                <a:spcPct val="0"/>
              </a:spcAft>
              <a:buClr>
                <a:schemeClr val="accent1"/>
              </a:buClr>
              <a:buFont typeface="Wingdings" charset="0"/>
              <a:buChar char="§"/>
              <a:defRPr sz="1800" kern="1200">
                <a:solidFill>
                  <a:schemeClr val="tx1"/>
                </a:solidFill>
                <a:latin typeface="+mn-lt"/>
                <a:ea typeface="+mn-ea"/>
                <a:cs typeface="+mn-cs"/>
              </a:defRPr>
            </a:lvl9pPr>
          </a:lstStyle>
          <a:p>
            <a:pPr marL="0" indent="0" eaLnBrk="0" hangingPunct="0">
              <a:lnSpc>
                <a:spcPct val="100000"/>
              </a:lnSpc>
              <a:spcBef>
                <a:spcPts val="0"/>
              </a:spcBef>
              <a:spcAft>
                <a:spcPts val="0"/>
              </a:spcAft>
              <a:buClrTx/>
              <a:buFont typeface="Arial" panose="020B0604020202020204" pitchFamily="34" charset="0"/>
              <a:buNone/>
              <a:defRPr/>
            </a:pPr>
            <a:endParaRPr lang="de-DE" sz="1200">
              <a:solidFill>
                <a:srgbClr val="000000"/>
              </a:solidFill>
              <a:ea typeface="Arial Unicode MS" panose="020B0604020202020204" pitchFamily="34" charset="-128"/>
              <a:cs typeface="Arial Unicode MS" panose="020B0604020202020204" pitchFamily="34" charset="-128"/>
            </a:endParaRPr>
          </a:p>
        </p:txBody>
      </p:sp>
      <p:sp>
        <p:nvSpPr>
          <p:cNvPr id="12" name="Content Placeholder 3">
            <a:extLst>
              <a:ext uri="{FF2B5EF4-FFF2-40B4-BE49-F238E27FC236}">
                <a16:creationId xmlns:a16="http://schemas.microsoft.com/office/drawing/2014/main" id="{00D400A3-FE73-1738-81F4-9A8C14D42FE6}"/>
              </a:ext>
            </a:extLst>
          </p:cNvPr>
          <p:cNvSpPr txBox="1">
            <a:spLocks/>
          </p:cNvSpPr>
          <p:nvPr userDrawn="1"/>
        </p:nvSpPr>
        <p:spPr>
          <a:xfrm>
            <a:off x="4186978" y="2400976"/>
            <a:ext cx="3582076" cy="3551810"/>
          </a:xfrm>
          <a:prstGeom prst="roundRect">
            <a:avLst>
              <a:gd name="adj" fmla="val 5706"/>
            </a:avLst>
          </a:prstGeom>
          <a:solidFill>
            <a:schemeClr val="accent5">
              <a:alpha val="50000"/>
            </a:schemeClr>
          </a:solidFill>
          <a:ln>
            <a:solidFill>
              <a:srgbClr val="26A7AB"/>
            </a:solidFill>
          </a:ln>
        </p:spPr>
        <p:txBody>
          <a:bodyPr lIns="215860" tIns="360000" rIns="215860" bIns="45714" anchor="t" anchorCtr="0"/>
          <a:lstStyle>
            <a:defPPr>
              <a:defRPr lang="de-DE"/>
            </a:defPPr>
            <a:lvl1pPr indent="0" eaLnBrk="0" fontAlgn="base" hangingPunct="0">
              <a:lnSpc>
                <a:spcPct val="100000"/>
              </a:lnSpc>
              <a:spcBef>
                <a:spcPts val="0"/>
              </a:spcBef>
              <a:spcAft>
                <a:spcPts val="0"/>
              </a:spcAft>
              <a:buClrTx/>
              <a:buFont typeface="Arial" panose="020B0604020202020204" pitchFamily="34" charset="0"/>
              <a:buNone/>
              <a:tabLst/>
              <a:defRPr sz="1200">
                <a:solidFill>
                  <a:srgbClr val="000000"/>
                </a:solidFill>
                <a:latin typeface="Arial" pitchFamily="34" charset="0"/>
                <a:ea typeface="Arial Unicode MS" panose="020B0604020202020204" pitchFamily="34" charset="-128"/>
                <a:cs typeface="Arial Unicode MS" panose="020B0604020202020204" pitchFamily="34" charset="-128"/>
              </a:defRPr>
            </a:lvl1pPr>
            <a:lvl2pPr marL="179298" indent="-177711" fontAlgn="base">
              <a:lnSpc>
                <a:spcPct val="110000"/>
              </a:lnSpc>
              <a:spcBef>
                <a:spcPct val="0"/>
              </a:spcBef>
              <a:spcAft>
                <a:spcPct val="0"/>
              </a:spcAft>
              <a:buClr>
                <a:schemeClr val="accent1"/>
              </a:buClr>
              <a:buChar char="•"/>
              <a:tabLst/>
              <a:defRPr>
                <a:latin typeface="Arial" pitchFamily="34" charset="0"/>
                <a:cs typeface="Arial" pitchFamily="34" charset="0"/>
              </a:defRPr>
            </a:lvl2pPr>
            <a:lvl3pPr marL="358596" indent="-177711" fontAlgn="base">
              <a:lnSpc>
                <a:spcPct val="110000"/>
              </a:lnSpc>
              <a:spcBef>
                <a:spcPct val="0"/>
              </a:spcBef>
              <a:spcAft>
                <a:spcPct val="0"/>
              </a:spcAft>
              <a:buClr>
                <a:schemeClr val="accent1"/>
              </a:buClr>
              <a:buChar char="•"/>
              <a:tabLst/>
              <a:defRPr>
                <a:latin typeface="Arial" pitchFamily="34" charset="0"/>
                <a:cs typeface="Arial" pitchFamily="34" charset="0"/>
              </a:defRPr>
            </a:lvl3pPr>
            <a:lvl4pPr marL="537894" indent="-177711" fontAlgn="base">
              <a:lnSpc>
                <a:spcPct val="110000"/>
              </a:lnSpc>
              <a:spcBef>
                <a:spcPct val="0"/>
              </a:spcBef>
              <a:spcAft>
                <a:spcPct val="0"/>
              </a:spcAft>
              <a:buClr>
                <a:schemeClr val="accent1"/>
              </a:buClr>
              <a:buChar char="•"/>
              <a:tabLst/>
              <a:defRPr>
                <a:latin typeface="Arial" pitchFamily="34" charset="0"/>
                <a:cs typeface="Arial" pitchFamily="34" charset="0"/>
              </a:defRPr>
            </a:lvl4pPr>
            <a:lvl5pPr marL="717191" indent="-177711" fontAlgn="base">
              <a:lnSpc>
                <a:spcPct val="110000"/>
              </a:lnSpc>
              <a:spcBef>
                <a:spcPct val="0"/>
              </a:spcBef>
              <a:spcAft>
                <a:spcPct val="0"/>
              </a:spcAft>
              <a:buClr>
                <a:schemeClr val="accent1"/>
              </a:buClr>
              <a:buChar char="•"/>
              <a:tabLst/>
              <a:defRPr baseline="0">
                <a:latin typeface="Arial" pitchFamily="34" charset="0"/>
                <a:cs typeface="Arial" pitchFamily="34" charset="0"/>
              </a:defRPr>
            </a:lvl5pPr>
            <a:lvl6pPr marL="1220178" indent="-188819" fontAlgn="base">
              <a:lnSpc>
                <a:spcPct val="110000"/>
              </a:lnSpc>
              <a:spcBef>
                <a:spcPct val="0"/>
              </a:spcBef>
              <a:spcAft>
                <a:spcPct val="0"/>
              </a:spcAft>
              <a:buClr>
                <a:schemeClr val="accent1"/>
              </a:buClr>
              <a:buFont typeface="Wingdings" charset="0"/>
              <a:buChar char="§"/>
            </a:lvl6pPr>
            <a:lvl7pPr marL="1677149" indent="-188819" fontAlgn="base">
              <a:lnSpc>
                <a:spcPct val="110000"/>
              </a:lnSpc>
              <a:spcBef>
                <a:spcPct val="0"/>
              </a:spcBef>
              <a:spcAft>
                <a:spcPct val="0"/>
              </a:spcAft>
              <a:buClr>
                <a:schemeClr val="accent1"/>
              </a:buClr>
              <a:buFont typeface="Wingdings" charset="0"/>
              <a:buChar char="§"/>
            </a:lvl7pPr>
            <a:lvl8pPr marL="2134120" indent="-188819" fontAlgn="base">
              <a:lnSpc>
                <a:spcPct val="110000"/>
              </a:lnSpc>
              <a:spcBef>
                <a:spcPct val="0"/>
              </a:spcBef>
              <a:spcAft>
                <a:spcPct val="0"/>
              </a:spcAft>
              <a:buClr>
                <a:schemeClr val="accent1"/>
              </a:buClr>
              <a:buFont typeface="Wingdings" charset="0"/>
              <a:buChar char="§"/>
            </a:lvl8pPr>
            <a:lvl9pPr marL="2591092" indent="-188819" fontAlgn="base">
              <a:lnSpc>
                <a:spcPct val="110000"/>
              </a:lnSpc>
              <a:spcBef>
                <a:spcPct val="0"/>
              </a:spcBef>
              <a:spcAft>
                <a:spcPct val="0"/>
              </a:spcAft>
              <a:buClr>
                <a:schemeClr val="accent1"/>
              </a:buClr>
              <a:buFont typeface="Wingdings" charset="0"/>
              <a:buChar char="§"/>
            </a:lvl9pPr>
          </a:lstStyle>
          <a:p>
            <a:pPr lvl="0"/>
            <a:endParaRPr lang="de-DE"/>
          </a:p>
        </p:txBody>
      </p:sp>
      <p:sp>
        <p:nvSpPr>
          <p:cNvPr id="13" name="Content Placeholder 3">
            <a:extLst>
              <a:ext uri="{FF2B5EF4-FFF2-40B4-BE49-F238E27FC236}">
                <a16:creationId xmlns:a16="http://schemas.microsoft.com/office/drawing/2014/main" id="{EE86D68A-A94B-8D48-81B7-20F9CFD5AA20}"/>
              </a:ext>
            </a:extLst>
          </p:cNvPr>
          <p:cNvSpPr txBox="1">
            <a:spLocks/>
          </p:cNvSpPr>
          <p:nvPr userDrawn="1"/>
        </p:nvSpPr>
        <p:spPr>
          <a:xfrm>
            <a:off x="8013957" y="2401682"/>
            <a:ext cx="3582076" cy="3551104"/>
          </a:xfrm>
          <a:prstGeom prst="roundRect">
            <a:avLst>
              <a:gd name="adj" fmla="val 5706"/>
            </a:avLst>
          </a:prstGeom>
          <a:solidFill>
            <a:schemeClr val="accent5">
              <a:alpha val="50000"/>
            </a:schemeClr>
          </a:solidFill>
          <a:ln>
            <a:solidFill>
              <a:srgbClr val="26A7AB"/>
            </a:solidFill>
          </a:ln>
        </p:spPr>
        <p:txBody>
          <a:bodyPr lIns="215860" tIns="360000" rIns="215860" bIns="45714" anchor="t" anchorCtr="0"/>
          <a:lstStyle>
            <a:defPPr>
              <a:defRPr lang="de-DE"/>
            </a:defPPr>
            <a:lvl1pPr lvl="0" indent="0" eaLnBrk="0" fontAlgn="base" hangingPunct="0">
              <a:lnSpc>
                <a:spcPct val="100000"/>
              </a:lnSpc>
              <a:spcBef>
                <a:spcPts val="0"/>
              </a:spcBef>
              <a:spcAft>
                <a:spcPts val="0"/>
              </a:spcAft>
              <a:buClrTx/>
              <a:buFont typeface="Arial" panose="020B0604020202020204" pitchFamily="34" charset="0"/>
              <a:buNone/>
              <a:tabLst/>
              <a:defRPr sz="1200">
                <a:solidFill>
                  <a:srgbClr val="000000"/>
                </a:solidFill>
                <a:latin typeface="Arial" pitchFamily="34" charset="0"/>
                <a:ea typeface="Arial Unicode MS" panose="020B0604020202020204" pitchFamily="34" charset="-128"/>
                <a:cs typeface="Arial Unicode MS" panose="020B0604020202020204" pitchFamily="34" charset="-128"/>
              </a:defRPr>
            </a:lvl1pPr>
            <a:lvl2pPr marL="179298" indent="-177711" fontAlgn="base">
              <a:lnSpc>
                <a:spcPct val="110000"/>
              </a:lnSpc>
              <a:spcBef>
                <a:spcPct val="0"/>
              </a:spcBef>
              <a:spcAft>
                <a:spcPct val="0"/>
              </a:spcAft>
              <a:buClr>
                <a:schemeClr val="accent1"/>
              </a:buClr>
              <a:buChar char="•"/>
              <a:tabLst/>
              <a:defRPr>
                <a:latin typeface="Arial" pitchFamily="34" charset="0"/>
                <a:cs typeface="Arial" pitchFamily="34" charset="0"/>
              </a:defRPr>
            </a:lvl2pPr>
            <a:lvl3pPr marL="358596" indent="-177711" fontAlgn="base">
              <a:lnSpc>
                <a:spcPct val="110000"/>
              </a:lnSpc>
              <a:spcBef>
                <a:spcPct val="0"/>
              </a:spcBef>
              <a:spcAft>
                <a:spcPct val="0"/>
              </a:spcAft>
              <a:buClr>
                <a:schemeClr val="accent1"/>
              </a:buClr>
              <a:buChar char="•"/>
              <a:tabLst/>
              <a:defRPr>
                <a:latin typeface="Arial" pitchFamily="34" charset="0"/>
                <a:cs typeface="Arial" pitchFamily="34" charset="0"/>
              </a:defRPr>
            </a:lvl3pPr>
            <a:lvl4pPr marL="537894" indent="-177711" fontAlgn="base">
              <a:lnSpc>
                <a:spcPct val="110000"/>
              </a:lnSpc>
              <a:spcBef>
                <a:spcPct val="0"/>
              </a:spcBef>
              <a:spcAft>
                <a:spcPct val="0"/>
              </a:spcAft>
              <a:buClr>
                <a:schemeClr val="accent1"/>
              </a:buClr>
              <a:buChar char="•"/>
              <a:tabLst/>
              <a:defRPr>
                <a:latin typeface="Arial" pitchFamily="34" charset="0"/>
                <a:cs typeface="Arial" pitchFamily="34" charset="0"/>
              </a:defRPr>
            </a:lvl4pPr>
            <a:lvl5pPr marL="717191" indent="-177711" fontAlgn="base">
              <a:lnSpc>
                <a:spcPct val="110000"/>
              </a:lnSpc>
              <a:spcBef>
                <a:spcPct val="0"/>
              </a:spcBef>
              <a:spcAft>
                <a:spcPct val="0"/>
              </a:spcAft>
              <a:buClr>
                <a:schemeClr val="accent1"/>
              </a:buClr>
              <a:buChar char="•"/>
              <a:tabLst/>
              <a:defRPr baseline="0">
                <a:latin typeface="Arial" pitchFamily="34" charset="0"/>
                <a:cs typeface="Arial" pitchFamily="34" charset="0"/>
              </a:defRPr>
            </a:lvl5pPr>
            <a:lvl6pPr marL="1220178" indent="-188819" fontAlgn="base">
              <a:lnSpc>
                <a:spcPct val="110000"/>
              </a:lnSpc>
              <a:spcBef>
                <a:spcPct val="0"/>
              </a:spcBef>
              <a:spcAft>
                <a:spcPct val="0"/>
              </a:spcAft>
              <a:buClr>
                <a:schemeClr val="accent1"/>
              </a:buClr>
              <a:buFont typeface="Wingdings" charset="0"/>
              <a:buChar char="§"/>
            </a:lvl6pPr>
            <a:lvl7pPr marL="1677149" indent="-188819" fontAlgn="base">
              <a:lnSpc>
                <a:spcPct val="110000"/>
              </a:lnSpc>
              <a:spcBef>
                <a:spcPct val="0"/>
              </a:spcBef>
              <a:spcAft>
                <a:spcPct val="0"/>
              </a:spcAft>
              <a:buClr>
                <a:schemeClr val="accent1"/>
              </a:buClr>
              <a:buFont typeface="Wingdings" charset="0"/>
              <a:buChar char="§"/>
            </a:lvl7pPr>
            <a:lvl8pPr marL="2134120" indent="-188819" fontAlgn="base">
              <a:lnSpc>
                <a:spcPct val="110000"/>
              </a:lnSpc>
              <a:spcBef>
                <a:spcPct val="0"/>
              </a:spcBef>
              <a:spcAft>
                <a:spcPct val="0"/>
              </a:spcAft>
              <a:buClr>
                <a:schemeClr val="accent1"/>
              </a:buClr>
              <a:buFont typeface="Wingdings" charset="0"/>
              <a:buChar char="§"/>
            </a:lvl8pPr>
            <a:lvl9pPr marL="2591092" indent="-188819" fontAlgn="base">
              <a:lnSpc>
                <a:spcPct val="110000"/>
              </a:lnSpc>
              <a:spcBef>
                <a:spcPct val="0"/>
              </a:spcBef>
              <a:spcAft>
                <a:spcPct val="0"/>
              </a:spcAft>
              <a:buClr>
                <a:schemeClr val="accent1"/>
              </a:buClr>
              <a:buFont typeface="Wingdings" charset="0"/>
              <a:buChar char="§"/>
            </a:lvl9pPr>
          </a:lstStyle>
          <a:p>
            <a:pPr lvl="0"/>
            <a:endParaRPr lang="de-DE"/>
          </a:p>
        </p:txBody>
      </p:sp>
      <p:sp>
        <p:nvSpPr>
          <p:cNvPr id="2" name="Titel 1">
            <a:extLst>
              <a:ext uri="{FF2B5EF4-FFF2-40B4-BE49-F238E27FC236}">
                <a16:creationId xmlns:a16="http://schemas.microsoft.com/office/drawing/2014/main" id="{09C8008F-3BB7-DA25-7837-2E6711474948}"/>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58E3AAD3-B971-1AA9-1D2F-ED678D8735EA}"/>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TextBox 180">
            <a:extLst>
              <a:ext uri="{FF2B5EF4-FFF2-40B4-BE49-F238E27FC236}">
                <a16:creationId xmlns:a16="http://schemas.microsoft.com/office/drawing/2014/main" id="{E1EAC056-F0F4-CD34-E267-E4BD2BE178BF}"/>
              </a:ext>
            </a:extLst>
          </p:cNvPr>
          <p:cNvSpPr txBox="1"/>
          <p:nvPr userDrawn="1"/>
        </p:nvSpPr>
        <p:spPr>
          <a:xfrm>
            <a:off x="711226" y="1007293"/>
            <a:ext cx="2879625" cy="1393683"/>
          </a:xfrm>
          <a:prstGeom prst="roundRect">
            <a:avLst/>
          </a:prstGeom>
          <a:gradFill>
            <a:gsLst>
              <a:gs pos="0">
                <a:srgbClr val="009999">
                  <a:alpha val="50000"/>
                </a:srgbClr>
              </a:gs>
              <a:gs pos="90000">
                <a:schemeClr val="accent5">
                  <a:lumMod val="50000"/>
                  <a:lumOff val="50000"/>
                </a:schemeClr>
              </a:gs>
            </a:gsLst>
            <a:lin ang="5400000" scaled="1"/>
          </a:gradFill>
          <a:ln>
            <a:solidFill>
              <a:srgbClr val="26A7AB"/>
            </a:solidFill>
          </a:ln>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395">
              <a:lnSpc>
                <a:spcPct val="110000"/>
              </a:lnSpc>
            </a:pPr>
            <a:r>
              <a:rPr lang="en-US" sz="1798" b="1">
                <a:solidFill>
                  <a:srgbClr val="FFFFFF"/>
                </a:solidFill>
                <a:ea typeface="Arial Unicode MS" panose="020B0604020202020204" pitchFamily="34" charset="-128"/>
                <a:cs typeface="Arial Unicode MS" panose="020B0604020202020204" pitchFamily="34" charset="-128"/>
              </a:rPr>
              <a:t>Status Quo</a:t>
            </a:r>
          </a:p>
        </p:txBody>
      </p:sp>
      <p:sp>
        <p:nvSpPr>
          <p:cNvPr id="6" name="TextBox 183">
            <a:extLst>
              <a:ext uri="{FF2B5EF4-FFF2-40B4-BE49-F238E27FC236}">
                <a16:creationId xmlns:a16="http://schemas.microsoft.com/office/drawing/2014/main" id="{3A913B6E-780F-F229-5205-FFD2C08DBFD3}"/>
              </a:ext>
            </a:extLst>
          </p:cNvPr>
          <p:cNvSpPr txBox="1"/>
          <p:nvPr userDrawn="1"/>
        </p:nvSpPr>
        <p:spPr>
          <a:xfrm>
            <a:off x="4538205" y="1008000"/>
            <a:ext cx="2879625" cy="1393683"/>
          </a:xfrm>
          <a:prstGeom prst="roundRect">
            <a:avLst/>
          </a:prstGeom>
          <a:gradFill>
            <a:gsLst>
              <a:gs pos="0">
                <a:srgbClr val="009999">
                  <a:alpha val="50000"/>
                </a:srgbClr>
              </a:gs>
              <a:gs pos="90000">
                <a:schemeClr val="accent5">
                  <a:lumMod val="50000"/>
                  <a:lumOff val="50000"/>
                </a:schemeClr>
              </a:gs>
            </a:gsLst>
            <a:lin ang="5400000" scaled="1"/>
          </a:gradFill>
          <a:ln>
            <a:solidFill>
              <a:srgbClr val="26A7AB"/>
            </a:solidFill>
          </a:ln>
        </p:spPr>
        <p:txBody>
          <a:bodyPr wrap="square" lIns="0" tIns="0" rIns="0" bIns="0" rtlCol="0" anchor="t">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395">
              <a:lnSpc>
                <a:spcPct val="110000"/>
              </a:lnSpc>
            </a:pPr>
            <a:r>
              <a:rPr lang="en-US" sz="1750" b="1">
                <a:solidFill>
                  <a:srgbClr val="FFFFFF"/>
                </a:solidFill>
                <a:ea typeface="Arial Unicode MS"/>
                <a:cs typeface="Arial Unicode MS" panose="020B0604020202020204" pitchFamily="34" charset="-128"/>
              </a:rPr>
              <a:t>Roadmap</a:t>
            </a:r>
            <a:endParaRPr lang="en-US" sz="1798" b="1">
              <a:solidFill>
                <a:srgbClr val="FFFFFF"/>
              </a:solidFill>
              <a:ea typeface="Arial Unicode MS" panose="020B0604020202020204" pitchFamily="34" charset="-128"/>
              <a:cs typeface="Arial Unicode MS" panose="020B0604020202020204" pitchFamily="34" charset="-128"/>
            </a:endParaRPr>
          </a:p>
        </p:txBody>
      </p:sp>
      <p:sp>
        <p:nvSpPr>
          <p:cNvPr id="7" name="TextBox 186">
            <a:extLst>
              <a:ext uri="{FF2B5EF4-FFF2-40B4-BE49-F238E27FC236}">
                <a16:creationId xmlns:a16="http://schemas.microsoft.com/office/drawing/2014/main" id="{DFB96484-AEEA-F1EA-EDE0-3F1D76E3CB8A}"/>
              </a:ext>
            </a:extLst>
          </p:cNvPr>
          <p:cNvSpPr txBox="1"/>
          <p:nvPr userDrawn="1"/>
        </p:nvSpPr>
        <p:spPr>
          <a:xfrm>
            <a:off x="8365184" y="1007999"/>
            <a:ext cx="2879625" cy="1393683"/>
          </a:xfrm>
          <a:prstGeom prst="roundRect">
            <a:avLst/>
          </a:prstGeom>
          <a:gradFill>
            <a:gsLst>
              <a:gs pos="0">
                <a:srgbClr val="009999">
                  <a:alpha val="50000"/>
                </a:srgbClr>
              </a:gs>
              <a:gs pos="90000">
                <a:schemeClr val="accent5">
                  <a:lumMod val="50000"/>
                  <a:lumOff val="50000"/>
                </a:schemeClr>
              </a:gs>
            </a:gsLst>
            <a:lin ang="5400000" scaled="1"/>
          </a:gradFill>
          <a:ln>
            <a:solidFill>
              <a:srgbClr val="26A7AB"/>
            </a:solidFill>
          </a:ln>
        </p:spPr>
        <p:txBody>
          <a:bodyPr wrap="squar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395">
              <a:lnSpc>
                <a:spcPct val="110000"/>
              </a:lnSpc>
            </a:pPr>
            <a:r>
              <a:rPr lang="en-US" sz="1798" b="1" err="1">
                <a:solidFill>
                  <a:srgbClr val="FFFFFF"/>
                </a:solidFill>
                <a:ea typeface="Arial Unicode MS" panose="020B0604020202020204" pitchFamily="34" charset="-128"/>
                <a:cs typeface="Arial Unicode MS" panose="020B0604020202020204" pitchFamily="34" charset="-128"/>
              </a:rPr>
              <a:t>Ziel</a:t>
            </a:r>
            <a:endParaRPr lang="en-US" sz="1798" b="1">
              <a:solidFill>
                <a:srgbClr val="FFFFFF"/>
              </a:solidFill>
              <a:ea typeface="Arial Unicode MS" panose="020B0604020202020204" pitchFamily="34" charset="-128"/>
              <a:cs typeface="Arial Unicode MS" panose="020B0604020202020204" pitchFamily="34" charset="-128"/>
            </a:endParaRPr>
          </a:p>
        </p:txBody>
      </p:sp>
      <p:sp>
        <p:nvSpPr>
          <p:cNvPr id="8" name="Oval 185">
            <a:extLst>
              <a:ext uri="{FF2B5EF4-FFF2-40B4-BE49-F238E27FC236}">
                <a16:creationId xmlns:a16="http://schemas.microsoft.com/office/drawing/2014/main" id="{4D01F758-A5E3-F963-2A3D-9732E5AF0166}"/>
              </a:ext>
            </a:extLst>
          </p:cNvPr>
          <p:cNvSpPr/>
          <p:nvPr userDrawn="1"/>
        </p:nvSpPr>
        <p:spPr bwMode="auto">
          <a:xfrm>
            <a:off x="1658580" y="1649906"/>
            <a:ext cx="984918" cy="984918"/>
          </a:xfrm>
          <a:prstGeom prst="ellipse">
            <a:avLst/>
          </a:prstGeom>
          <a:solidFill>
            <a:schemeClr val="bg1"/>
          </a:solidFill>
          <a:ln w="57150">
            <a:solidFill>
              <a:schemeClr val="accent4"/>
            </a:solidFill>
          </a:ln>
          <a:effectLst/>
        </p:spPr>
        <p:txBody>
          <a:bodyPr wrap="square" lIns="107874" tIns="53937" rIns="107874" bIns="53937" numCol="1" spcCol="72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395">
              <a:lnSpc>
                <a:spcPct val="110000"/>
              </a:lnSpc>
              <a:spcBef>
                <a:spcPct val="0"/>
              </a:spcBef>
            </a:pPr>
            <a:endParaRPr lang="en-US" sz="1798">
              <a:latin typeface="Arial"/>
              <a:ea typeface="Arial Unicode MS" panose="020B0604020202020204" pitchFamily="34" charset="-128"/>
            </a:endParaRPr>
          </a:p>
        </p:txBody>
      </p:sp>
      <p:sp>
        <p:nvSpPr>
          <p:cNvPr id="9" name="Oval 185">
            <a:extLst>
              <a:ext uri="{FF2B5EF4-FFF2-40B4-BE49-F238E27FC236}">
                <a16:creationId xmlns:a16="http://schemas.microsoft.com/office/drawing/2014/main" id="{4D01F758-A5E3-F963-2A3D-9732E5AF0166}"/>
              </a:ext>
            </a:extLst>
          </p:cNvPr>
          <p:cNvSpPr/>
          <p:nvPr userDrawn="1"/>
        </p:nvSpPr>
        <p:spPr bwMode="auto">
          <a:xfrm>
            <a:off x="5509558" y="1650613"/>
            <a:ext cx="984918" cy="984918"/>
          </a:xfrm>
          <a:prstGeom prst="ellipse">
            <a:avLst/>
          </a:prstGeom>
          <a:solidFill>
            <a:schemeClr val="bg1"/>
          </a:solidFill>
          <a:ln w="57150">
            <a:solidFill>
              <a:schemeClr val="accent4"/>
            </a:solidFill>
          </a:ln>
          <a:effectLst/>
        </p:spPr>
        <p:txBody>
          <a:bodyPr wrap="square" lIns="107874" tIns="53937" rIns="107874" bIns="53937" numCol="1" spcCol="72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395">
              <a:lnSpc>
                <a:spcPct val="110000"/>
              </a:lnSpc>
              <a:spcBef>
                <a:spcPct val="0"/>
              </a:spcBef>
            </a:pPr>
            <a:endParaRPr lang="en-US" sz="1798">
              <a:latin typeface="Arial"/>
              <a:ea typeface="Arial Unicode MS" panose="020B0604020202020204" pitchFamily="34" charset="-128"/>
            </a:endParaRPr>
          </a:p>
        </p:txBody>
      </p:sp>
      <p:sp>
        <p:nvSpPr>
          <p:cNvPr id="10" name="Oval 185">
            <a:extLst>
              <a:ext uri="{FF2B5EF4-FFF2-40B4-BE49-F238E27FC236}">
                <a16:creationId xmlns:a16="http://schemas.microsoft.com/office/drawing/2014/main" id="{1657F2D9-7499-B0B6-4DF1-20B71549161D}"/>
              </a:ext>
            </a:extLst>
          </p:cNvPr>
          <p:cNvSpPr/>
          <p:nvPr userDrawn="1"/>
        </p:nvSpPr>
        <p:spPr bwMode="auto">
          <a:xfrm>
            <a:off x="9328107" y="1650613"/>
            <a:ext cx="984918" cy="984918"/>
          </a:xfrm>
          <a:prstGeom prst="ellipse">
            <a:avLst/>
          </a:prstGeom>
          <a:solidFill>
            <a:schemeClr val="bg1"/>
          </a:solidFill>
          <a:ln w="57150">
            <a:solidFill>
              <a:schemeClr val="accent4"/>
            </a:solidFill>
          </a:ln>
          <a:effectLst/>
        </p:spPr>
        <p:txBody>
          <a:bodyPr wrap="square" lIns="107874" tIns="53937" rIns="107874" bIns="53937" numCol="1" spcCol="72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395">
              <a:lnSpc>
                <a:spcPct val="110000"/>
              </a:lnSpc>
              <a:spcBef>
                <a:spcPct val="0"/>
              </a:spcBef>
            </a:pPr>
            <a:endParaRPr lang="en-US" sz="1798">
              <a:latin typeface="Arial"/>
              <a:ea typeface="Arial Unicode MS" panose="020B0604020202020204" pitchFamily="34" charset="-128"/>
            </a:endParaRPr>
          </a:p>
        </p:txBody>
      </p:sp>
      <p:pic>
        <p:nvPicPr>
          <p:cNvPr id="1038" name="Picture 14" descr="Bemerken, fotoapperat, symbol, freigestellt, abbildung, silhouette ...">
            <a:extLst>
              <a:ext uri="{FF2B5EF4-FFF2-40B4-BE49-F238E27FC236}">
                <a16:creationId xmlns:a16="http://schemas.microsoft.com/office/drawing/2014/main" id="{E0A2A4EC-BF6F-128C-6BA1-1096B8F856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573204" y="1746881"/>
            <a:ext cx="809625" cy="657225"/>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Flag Off Clipart| (48)++ Stunning Cliparts #FOC | Yespress">
            <a:extLst>
              <a:ext uri="{FF2B5EF4-FFF2-40B4-BE49-F238E27FC236}">
                <a16:creationId xmlns:a16="http://schemas.microsoft.com/office/drawing/2014/main" id="{EC6DBA9E-09C1-28C0-D0AC-80EDF8A595F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28107" y="1828747"/>
            <a:ext cx="1028700" cy="62865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Result Icons - Free Download, PNG and SVG">
            <a:extLst>
              <a:ext uri="{FF2B5EF4-FFF2-40B4-BE49-F238E27FC236}">
                <a16:creationId xmlns:a16="http://schemas.microsoft.com/office/drawing/2014/main" id="{DC2F59B1-C7FF-9FED-DED7-BAABEFD96EA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774470" y="1749536"/>
            <a:ext cx="753135" cy="753135"/>
          </a:xfrm>
          <a:prstGeom prst="rect">
            <a:avLst/>
          </a:prstGeom>
          <a:noFill/>
          <a:extLst>
            <a:ext uri="{909E8E84-426E-40DD-AFC4-6F175D3DCCD1}">
              <a14:hiddenFill xmlns:a14="http://schemas.microsoft.com/office/drawing/2010/main">
                <a:solidFill>
                  <a:srgbClr val="FFFFFF"/>
                </a:solidFill>
              </a14:hiddenFill>
            </a:ext>
          </a:extLst>
        </p:spPr>
      </p:pic>
      <p:sp>
        <p:nvSpPr>
          <p:cNvPr id="15" name="Textplatzhalter 14">
            <a:extLst>
              <a:ext uri="{FF2B5EF4-FFF2-40B4-BE49-F238E27FC236}">
                <a16:creationId xmlns:a16="http://schemas.microsoft.com/office/drawing/2014/main" id="{43D3D497-2121-7913-8DFC-29B96A77182C}"/>
              </a:ext>
            </a:extLst>
          </p:cNvPr>
          <p:cNvSpPr>
            <a:spLocks noGrp="1"/>
          </p:cNvSpPr>
          <p:nvPr>
            <p:ph type="body" sz="quarter" idx="11"/>
          </p:nvPr>
        </p:nvSpPr>
        <p:spPr>
          <a:xfrm>
            <a:off x="359999" y="2634824"/>
            <a:ext cx="3582844" cy="3316548"/>
          </a:xfrm>
        </p:spPr>
        <p:txBody>
          <a:bodyPr/>
          <a:lstStyle>
            <a:lvl1pPr>
              <a:defRPr sz="12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7" name="Textplatzhalter 14">
            <a:extLst>
              <a:ext uri="{FF2B5EF4-FFF2-40B4-BE49-F238E27FC236}">
                <a16:creationId xmlns:a16="http://schemas.microsoft.com/office/drawing/2014/main" id="{0D05993E-8D0D-C61F-817D-7C5355765051}"/>
              </a:ext>
            </a:extLst>
          </p:cNvPr>
          <p:cNvSpPr>
            <a:spLocks noGrp="1"/>
          </p:cNvSpPr>
          <p:nvPr>
            <p:ph type="body" sz="quarter" idx="12"/>
          </p:nvPr>
        </p:nvSpPr>
        <p:spPr>
          <a:xfrm>
            <a:off x="4178044" y="2635531"/>
            <a:ext cx="3582844" cy="3316548"/>
          </a:xfrm>
        </p:spPr>
        <p:txBody>
          <a:bodyPr/>
          <a:lstStyle>
            <a:lvl1pPr>
              <a:defRPr sz="12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Textplatzhalter 14">
            <a:extLst>
              <a:ext uri="{FF2B5EF4-FFF2-40B4-BE49-F238E27FC236}">
                <a16:creationId xmlns:a16="http://schemas.microsoft.com/office/drawing/2014/main" id="{CDE614FC-17F3-F2D7-F319-E3F60251CAA6}"/>
              </a:ext>
            </a:extLst>
          </p:cNvPr>
          <p:cNvSpPr>
            <a:spLocks noGrp="1"/>
          </p:cNvSpPr>
          <p:nvPr>
            <p:ph type="body" sz="quarter" idx="13"/>
          </p:nvPr>
        </p:nvSpPr>
        <p:spPr>
          <a:xfrm>
            <a:off x="8013189" y="2635531"/>
            <a:ext cx="3582844" cy="3316548"/>
          </a:xfrm>
        </p:spPr>
        <p:txBody>
          <a:bodyPr/>
          <a:lstStyle>
            <a:lvl1pPr>
              <a:defRPr sz="1200"/>
            </a:lvl1pPr>
            <a:lvl2pPr>
              <a:defRPr sz="1200"/>
            </a:lvl2pPr>
            <a:lvl3pPr>
              <a:defRPr sz="1200"/>
            </a:lvl3pPr>
            <a:lvl4pPr>
              <a:defRPr sz="1200"/>
            </a:lvl4pPr>
            <a:lvl5pPr>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3538026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85_BCT slogan_01">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747A7F3E-89E8-6FF8-40D0-7F63486B3E2A}"/>
              </a:ext>
            </a:extLst>
          </p:cNvPr>
          <p:cNvSpPr>
            <a:spLocks noGrp="1"/>
          </p:cNvSpPr>
          <p:nvPr>
            <p:ph type="ftr" sz="quarter" idx="10"/>
          </p:nvPr>
        </p:nvSpPr>
        <p:spPr/>
        <p:txBody>
          <a:bodyPr/>
          <a:lstStyle/>
          <a:p>
            <a:pPr defTabSz="914332">
              <a:buClr>
                <a:srgbClr val="009999"/>
              </a:buClr>
            </a:pPr>
            <a:r>
              <a:rPr lang="en-US" kern="0"/>
              <a:t>© BCT Technology AG 2026</a:t>
            </a:r>
          </a:p>
        </p:txBody>
      </p:sp>
      <p:grpSp>
        <p:nvGrpSpPr>
          <p:cNvPr id="4" name="Gruppieren 3">
            <a:extLst>
              <a:ext uri="{FF2B5EF4-FFF2-40B4-BE49-F238E27FC236}">
                <a16:creationId xmlns:a16="http://schemas.microsoft.com/office/drawing/2014/main" id="{B1A17108-4DEC-2B94-8AB4-43A3D3D2E4D4}"/>
              </a:ext>
            </a:extLst>
          </p:cNvPr>
          <p:cNvGrpSpPr>
            <a:grpSpLocks noChangeAspect="1"/>
          </p:cNvGrpSpPr>
          <p:nvPr userDrawn="1"/>
        </p:nvGrpSpPr>
        <p:grpSpPr>
          <a:xfrm>
            <a:off x="1980001" y="2283201"/>
            <a:ext cx="8185013" cy="1787788"/>
            <a:chOff x="6802145" y="89601"/>
            <a:chExt cx="4774306" cy="1042814"/>
          </a:xfrm>
        </p:grpSpPr>
        <p:pic>
          <p:nvPicPr>
            <p:cNvPr id="8" name="Grafik 7">
              <a:extLst>
                <a:ext uri="{FF2B5EF4-FFF2-40B4-BE49-F238E27FC236}">
                  <a16:creationId xmlns:a16="http://schemas.microsoft.com/office/drawing/2014/main" id="{FC223810-4554-8724-DF49-7A1C0695DF9B}"/>
                </a:ext>
              </a:extLst>
            </p:cNvPr>
            <p:cNvPicPr>
              <a:picLocks noChangeAspect="1"/>
            </p:cNvPicPr>
            <p:nvPr/>
          </p:nvPicPr>
          <p:blipFill>
            <a:blip r:embed="rId2">
              <a:extLst>
                <a:ext uri="{28A0092B-C50C-407E-A947-70E740481C1C}">
                  <a14:useLocalDpi xmlns:a14="http://schemas.microsoft.com/office/drawing/2010/main" val="0"/>
                </a:ext>
              </a:extLst>
            </a:blip>
            <a:srcRect t="1854" b="1854"/>
            <a:stretch/>
          </p:blipFill>
          <p:spPr>
            <a:xfrm>
              <a:off x="8902427" y="89601"/>
              <a:ext cx="2674024" cy="1042814"/>
            </a:xfrm>
            <a:prstGeom prst="rect">
              <a:avLst/>
            </a:prstGeom>
          </p:spPr>
        </p:pic>
        <p:pic>
          <p:nvPicPr>
            <p:cNvPr id="6" name="Grafik 5">
              <a:extLst>
                <a:ext uri="{FF2B5EF4-FFF2-40B4-BE49-F238E27FC236}">
                  <a16:creationId xmlns:a16="http://schemas.microsoft.com/office/drawing/2014/main" id="{20AE0286-15EF-DD0D-B312-940D200BDEA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34000" b="-14393"/>
            <a:stretch/>
          </p:blipFill>
          <p:spPr>
            <a:xfrm>
              <a:off x="6802145" y="336430"/>
              <a:ext cx="1955230" cy="572290"/>
            </a:xfrm>
            <a:prstGeom prst="rect">
              <a:avLst/>
            </a:prstGeom>
          </p:spPr>
        </p:pic>
      </p:grpSp>
      <p:sp>
        <p:nvSpPr>
          <p:cNvPr id="2" name="Rectangle 1">
            <a:extLst>
              <a:ext uri="{FF2B5EF4-FFF2-40B4-BE49-F238E27FC236}">
                <a16:creationId xmlns:a16="http://schemas.microsoft.com/office/drawing/2014/main" id="{B2BDAF57-8548-CD12-7847-53E4D084C6DB}"/>
              </a:ext>
            </a:extLst>
          </p:cNvPr>
          <p:cNvSpPr/>
          <p:nvPr userDrawn="1"/>
        </p:nvSpPr>
        <p:spPr>
          <a:xfrm>
            <a:off x="7467601" y="4886327"/>
            <a:ext cx="4724400" cy="1971675"/>
          </a:xfrm>
          <a:prstGeom prst="rect">
            <a:avLst/>
          </a:prstGeom>
          <a:solidFill>
            <a:srgbClr val="00002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sz="1801"/>
          </a:p>
        </p:txBody>
      </p:sp>
    </p:spTree>
    <p:extLst>
      <p:ext uri="{BB962C8B-B14F-4D97-AF65-F5344CB8AC3E}">
        <p14:creationId xmlns:p14="http://schemas.microsoft.com/office/powerpoint/2010/main" val="27051622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5_BCT slogan_02">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BF8A163B-3AB1-4E75-2156-16B12935283C}"/>
              </a:ext>
            </a:extLst>
          </p:cNvPr>
          <p:cNvSpPr>
            <a:spLocks noGrp="1"/>
          </p:cNvSpPr>
          <p:nvPr>
            <p:ph type="ftr" sz="quarter" idx="10"/>
          </p:nvPr>
        </p:nvSpPr>
        <p:spPr/>
        <p:txBody>
          <a:bodyPr/>
          <a:lstStyle/>
          <a:p>
            <a:pPr defTabSz="914332">
              <a:buClr>
                <a:srgbClr val="009999"/>
              </a:buClr>
            </a:pPr>
            <a:r>
              <a:rPr lang="en-US" kern="0"/>
              <a:t>© BCT Technology AG 2026</a:t>
            </a:r>
          </a:p>
        </p:txBody>
      </p:sp>
      <p:pic>
        <p:nvPicPr>
          <p:cNvPr id="4" name="Grafik 3">
            <a:extLst>
              <a:ext uri="{FF2B5EF4-FFF2-40B4-BE49-F238E27FC236}">
                <a16:creationId xmlns:a16="http://schemas.microsoft.com/office/drawing/2014/main" id="{F55BC9E9-C0BB-5FE2-5A87-18CD5E8ABBD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965" b="965"/>
          <a:stretch/>
        </p:blipFill>
        <p:spPr>
          <a:xfrm>
            <a:off x="1260001" y="2340000"/>
            <a:ext cx="9281350" cy="1620000"/>
          </a:xfrm>
          <a:prstGeom prst="rect">
            <a:avLst/>
          </a:prstGeom>
        </p:spPr>
      </p:pic>
      <p:sp>
        <p:nvSpPr>
          <p:cNvPr id="2" name="Rectangle 1">
            <a:extLst>
              <a:ext uri="{FF2B5EF4-FFF2-40B4-BE49-F238E27FC236}">
                <a16:creationId xmlns:a16="http://schemas.microsoft.com/office/drawing/2014/main" id="{4A56BDAD-C7F8-6EBE-7CD3-0CD96D833B30}"/>
              </a:ext>
            </a:extLst>
          </p:cNvPr>
          <p:cNvSpPr/>
          <p:nvPr userDrawn="1"/>
        </p:nvSpPr>
        <p:spPr>
          <a:xfrm>
            <a:off x="7467601" y="4886327"/>
            <a:ext cx="4724400" cy="1971675"/>
          </a:xfrm>
          <a:prstGeom prst="rect">
            <a:avLst/>
          </a:prstGeom>
          <a:solidFill>
            <a:srgbClr val="00002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sz="1801"/>
          </a:p>
        </p:txBody>
      </p:sp>
    </p:spTree>
    <p:extLst>
      <p:ext uri="{BB962C8B-B14F-4D97-AF65-F5344CB8AC3E}">
        <p14:creationId xmlns:p14="http://schemas.microsoft.com/office/powerpoint/2010/main" val="2139293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90_contact person cv">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5BA63D-A8AA-B975-B71E-3B45078B7EAE}"/>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0E05B8B1-7193-1EDC-D63E-59744F18F14B}"/>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FF1A8838-819E-14A3-BAC2-E997F25EBAD4}"/>
              </a:ext>
            </a:extLst>
          </p:cNvPr>
          <p:cNvSpPr>
            <a:spLocks noGrp="1"/>
          </p:cNvSpPr>
          <p:nvPr>
            <p:ph type="pic" sz="quarter" idx="11"/>
          </p:nvPr>
        </p:nvSpPr>
        <p:spPr>
          <a:xfrm>
            <a:off x="360363" y="1260000"/>
            <a:ext cx="2160000" cy="2880000"/>
          </a:xfrm>
        </p:spPr>
        <p:txBody>
          <a:bodyPr/>
          <a:lstStyle/>
          <a:p>
            <a:endParaRPr lang="de-DE"/>
          </a:p>
        </p:txBody>
      </p:sp>
      <p:sp>
        <p:nvSpPr>
          <p:cNvPr id="7" name="Textplatzhalter 6">
            <a:extLst>
              <a:ext uri="{FF2B5EF4-FFF2-40B4-BE49-F238E27FC236}">
                <a16:creationId xmlns:a16="http://schemas.microsoft.com/office/drawing/2014/main" id="{13229A77-170D-A62F-A047-8FD90B18C2F2}"/>
              </a:ext>
            </a:extLst>
          </p:cNvPr>
          <p:cNvSpPr>
            <a:spLocks noGrp="1"/>
          </p:cNvSpPr>
          <p:nvPr>
            <p:ph type="body" sz="quarter" idx="12"/>
          </p:nvPr>
        </p:nvSpPr>
        <p:spPr>
          <a:xfrm>
            <a:off x="360363" y="4500000"/>
            <a:ext cx="5400000" cy="144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Inhaltsplatzhalter 8">
            <a:extLst>
              <a:ext uri="{FF2B5EF4-FFF2-40B4-BE49-F238E27FC236}">
                <a16:creationId xmlns:a16="http://schemas.microsoft.com/office/drawing/2014/main" id="{88CF0694-0835-AEC8-2C02-475AED2E825E}"/>
              </a:ext>
            </a:extLst>
          </p:cNvPr>
          <p:cNvSpPr>
            <a:spLocks noGrp="1"/>
          </p:cNvSpPr>
          <p:nvPr>
            <p:ph sz="quarter" idx="13"/>
          </p:nvPr>
        </p:nvSpPr>
        <p:spPr>
          <a:xfrm>
            <a:off x="6120000" y="1259999"/>
            <a:ext cx="57600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Tabellenplatzhalter 10">
            <a:extLst>
              <a:ext uri="{FF2B5EF4-FFF2-40B4-BE49-F238E27FC236}">
                <a16:creationId xmlns:a16="http://schemas.microsoft.com/office/drawing/2014/main" id="{6BBB64A4-96E4-85ED-F0BF-1E9F44948A34}"/>
              </a:ext>
            </a:extLst>
          </p:cNvPr>
          <p:cNvSpPr>
            <a:spLocks noGrp="1"/>
          </p:cNvSpPr>
          <p:nvPr>
            <p:ph type="tbl" sz="quarter" idx="14"/>
          </p:nvPr>
        </p:nvSpPr>
        <p:spPr>
          <a:xfrm>
            <a:off x="2880000" y="1260002"/>
            <a:ext cx="2880000" cy="2879725"/>
          </a:xfrm>
        </p:spPr>
        <p:txBody>
          <a:bodyPr/>
          <a:lstStyle/>
          <a:p>
            <a:endParaRPr lang="de-DE"/>
          </a:p>
        </p:txBody>
      </p:sp>
      <p:sp>
        <p:nvSpPr>
          <p:cNvPr id="6" name="Bildplatzhalter 5">
            <a:extLst>
              <a:ext uri="{FF2B5EF4-FFF2-40B4-BE49-F238E27FC236}">
                <a16:creationId xmlns:a16="http://schemas.microsoft.com/office/drawing/2014/main" id="{4FA5F6E0-C50C-B6B0-1450-D156CB0C6EE2}"/>
              </a:ext>
            </a:extLst>
          </p:cNvPr>
          <p:cNvSpPr>
            <a:spLocks noGrp="1"/>
          </p:cNvSpPr>
          <p:nvPr>
            <p:ph type="pic" sz="quarter" idx="15"/>
          </p:nvPr>
        </p:nvSpPr>
        <p:spPr>
          <a:xfrm>
            <a:off x="4502172" y="4680000"/>
            <a:ext cx="1080000" cy="1080000"/>
          </a:xfrm>
        </p:spPr>
        <p:txBody>
          <a:bodyPr/>
          <a:lstStyle/>
          <a:p>
            <a:endParaRPr lang="de-DE"/>
          </a:p>
        </p:txBody>
      </p:sp>
    </p:spTree>
    <p:extLst>
      <p:ext uri="{BB962C8B-B14F-4D97-AF65-F5344CB8AC3E}">
        <p14:creationId xmlns:p14="http://schemas.microsoft.com/office/powerpoint/2010/main" val="7751726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0_contact pers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5BA63D-A8AA-B975-B71E-3B45078B7EAE}"/>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0E05B8B1-7193-1EDC-D63E-59744F18F14B}"/>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FF1A8838-819E-14A3-BAC2-E997F25EBAD4}"/>
              </a:ext>
            </a:extLst>
          </p:cNvPr>
          <p:cNvSpPr>
            <a:spLocks noGrp="1"/>
          </p:cNvSpPr>
          <p:nvPr>
            <p:ph type="pic" sz="quarter" idx="11"/>
          </p:nvPr>
        </p:nvSpPr>
        <p:spPr>
          <a:xfrm>
            <a:off x="360363" y="1260000"/>
            <a:ext cx="1800000" cy="2160000"/>
          </a:xfrm>
        </p:spPr>
        <p:txBody>
          <a:bodyPr/>
          <a:lstStyle/>
          <a:p>
            <a:endParaRPr lang="de-DE"/>
          </a:p>
        </p:txBody>
      </p:sp>
      <p:sp>
        <p:nvSpPr>
          <p:cNvPr id="4" name="Textplatzhalter 6">
            <a:extLst>
              <a:ext uri="{FF2B5EF4-FFF2-40B4-BE49-F238E27FC236}">
                <a16:creationId xmlns:a16="http://schemas.microsoft.com/office/drawing/2014/main" id="{B5AA64FF-0BA4-FDA6-24BF-92D3D1C8DF90}"/>
              </a:ext>
            </a:extLst>
          </p:cNvPr>
          <p:cNvSpPr>
            <a:spLocks noGrp="1"/>
          </p:cNvSpPr>
          <p:nvPr>
            <p:ph type="body" sz="quarter" idx="16"/>
          </p:nvPr>
        </p:nvSpPr>
        <p:spPr>
          <a:xfrm>
            <a:off x="359998" y="3600000"/>
            <a:ext cx="3600000" cy="360000"/>
          </a:xfrm>
        </p:spPr>
        <p:txBody>
          <a:bodyPr anchor="ctr"/>
          <a:lstStyle>
            <a:lvl1pPr>
              <a:defRPr b="1"/>
            </a:lvl1pPr>
          </a:lstStyle>
          <a:p>
            <a:pPr lvl="0"/>
            <a:r>
              <a:rPr lang="de-DE"/>
              <a:t>Mastertextformat bearbeiten</a:t>
            </a:r>
          </a:p>
        </p:txBody>
      </p:sp>
      <p:sp>
        <p:nvSpPr>
          <p:cNvPr id="8" name="Textplatzhalter 6">
            <a:extLst>
              <a:ext uri="{FF2B5EF4-FFF2-40B4-BE49-F238E27FC236}">
                <a16:creationId xmlns:a16="http://schemas.microsoft.com/office/drawing/2014/main" id="{655340D6-EA18-382E-2C70-FD76DF1E8907}"/>
              </a:ext>
            </a:extLst>
          </p:cNvPr>
          <p:cNvSpPr>
            <a:spLocks noGrp="1"/>
          </p:cNvSpPr>
          <p:nvPr>
            <p:ph type="body" sz="quarter" idx="17"/>
          </p:nvPr>
        </p:nvSpPr>
        <p:spPr>
          <a:xfrm>
            <a:off x="719998" y="3960756"/>
            <a:ext cx="3240000" cy="288000"/>
          </a:xfrm>
        </p:spPr>
        <p:txBody>
          <a:bodyPr anchor="ctr"/>
          <a:lstStyle>
            <a:lvl1pPr>
              <a:defRPr sz="1200"/>
            </a:lvl1pPr>
          </a:lstStyle>
          <a:p>
            <a:pPr lvl="0"/>
            <a:r>
              <a:rPr lang="de-DE"/>
              <a:t>Mastertextformat bearbeiten</a:t>
            </a:r>
          </a:p>
        </p:txBody>
      </p:sp>
      <p:sp>
        <p:nvSpPr>
          <p:cNvPr id="10" name="Bildplatzhalter 5">
            <a:extLst>
              <a:ext uri="{FF2B5EF4-FFF2-40B4-BE49-F238E27FC236}">
                <a16:creationId xmlns:a16="http://schemas.microsoft.com/office/drawing/2014/main" id="{B8917D43-7A6D-88BA-DDD8-AFE0E18D8890}"/>
              </a:ext>
            </a:extLst>
          </p:cNvPr>
          <p:cNvSpPr>
            <a:spLocks noGrp="1"/>
          </p:cNvSpPr>
          <p:nvPr>
            <p:ph type="pic" sz="quarter" idx="18"/>
          </p:nvPr>
        </p:nvSpPr>
        <p:spPr>
          <a:xfrm>
            <a:off x="792000" y="4896000"/>
            <a:ext cx="1008000" cy="216000"/>
          </a:xfrm>
        </p:spPr>
        <p:txBody>
          <a:bodyPr/>
          <a:lstStyle/>
          <a:p>
            <a:endParaRPr lang="de-DE"/>
          </a:p>
        </p:txBody>
      </p:sp>
      <p:sp>
        <p:nvSpPr>
          <p:cNvPr id="12" name="Textplatzhalter 6">
            <a:extLst>
              <a:ext uri="{FF2B5EF4-FFF2-40B4-BE49-F238E27FC236}">
                <a16:creationId xmlns:a16="http://schemas.microsoft.com/office/drawing/2014/main" id="{2C7081FF-F6DE-7B07-D29E-5A310AD5E526}"/>
              </a:ext>
            </a:extLst>
          </p:cNvPr>
          <p:cNvSpPr>
            <a:spLocks noGrp="1"/>
          </p:cNvSpPr>
          <p:nvPr>
            <p:ph type="body" sz="quarter" idx="19"/>
          </p:nvPr>
        </p:nvSpPr>
        <p:spPr>
          <a:xfrm>
            <a:off x="720000" y="4248000"/>
            <a:ext cx="3240000" cy="288000"/>
          </a:xfrm>
        </p:spPr>
        <p:txBody>
          <a:bodyPr anchor="ctr"/>
          <a:lstStyle>
            <a:lvl1pPr>
              <a:defRPr sz="1200"/>
            </a:lvl1pPr>
          </a:lstStyle>
          <a:p>
            <a:pPr lvl="0"/>
            <a:r>
              <a:rPr lang="de-DE"/>
              <a:t>Mastertextformat bearbeiten</a:t>
            </a:r>
          </a:p>
        </p:txBody>
      </p:sp>
      <p:sp>
        <p:nvSpPr>
          <p:cNvPr id="13" name="Textplatzhalter 6">
            <a:extLst>
              <a:ext uri="{FF2B5EF4-FFF2-40B4-BE49-F238E27FC236}">
                <a16:creationId xmlns:a16="http://schemas.microsoft.com/office/drawing/2014/main" id="{9F95477B-7073-52E3-8495-CC198B079E27}"/>
              </a:ext>
            </a:extLst>
          </p:cNvPr>
          <p:cNvSpPr>
            <a:spLocks noGrp="1"/>
          </p:cNvSpPr>
          <p:nvPr>
            <p:ph type="body" sz="quarter" idx="20"/>
          </p:nvPr>
        </p:nvSpPr>
        <p:spPr>
          <a:xfrm>
            <a:off x="720000" y="4536000"/>
            <a:ext cx="3240000" cy="288000"/>
          </a:xfrm>
        </p:spPr>
        <p:txBody>
          <a:bodyPr anchor="ctr"/>
          <a:lstStyle>
            <a:lvl1pPr>
              <a:defRPr sz="1200"/>
            </a:lvl1pPr>
          </a:lstStyle>
          <a:p>
            <a:pPr lvl="0"/>
            <a:r>
              <a:rPr lang="de-DE"/>
              <a:t>Mastertextformat bearbeiten</a:t>
            </a:r>
          </a:p>
        </p:txBody>
      </p:sp>
      <p:pic>
        <p:nvPicPr>
          <p:cNvPr id="15" name="Grafik 14" descr="Chat mit einfarbiger Füllung">
            <a:extLst>
              <a:ext uri="{FF2B5EF4-FFF2-40B4-BE49-F238E27FC236}">
                <a16:creationId xmlns:a16="http://schemas.microsoft.com/office/drawing/2014/main" id="{26A230AF-AD9D-DC32-078F-000F0A514C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2478" y="4284000"/>
            <a:ext cx="216000" cy="216000"/>
          </a:xfrm>
          <a:prstGeom prst="rect">
            <a:avLst/>
          </a:prstGeom>
        </p:spPr>
      </p:pic>
      <p:pic>
        <p:nvPicPr>
          <p:cNvPr id="17" name="Grafik 16" descr="Freisprechanlage mit einfarbiger Füllung">
            <a:extLst>
              <a:ext uri="{FF2B5EF4-FFF2-40B4-BE49-F238E27FC236}">
                <a16:creationId xmlns:a16="http://schemas.microsoft.com/office/drawing/2014/main" id="{66787022-17F9-8455-6ABD-9213E4373C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2478" y="4572253"/>
            <a:ext cx="216000" cy="216000"/>
          </a:xfrm>
          <a:prstGeom prst="rect">
            <a:avLst/>
          </a:prstGeom>
        </p:spPr>
      </p:pic>
      <p:pic>
        <p:nvPicPr>
          <p:cNvPr id="19" name="Grafik 18" descr="Aktenkoffer mit einfarbiger Füllung">
            <a:extLst>
              <a:ext uri="{FF2B5EF4-FFF2-40B4-BE49-F238E27FC236}">
                <a16:creationId xmlns:a16="http://schemas.microsoft.com/office/drawing/2014/main" id="{B1D75672-0911-BE06-26FE-B766F47212F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2478" y="3991181"/>
            <a:ext cx="216000" cy="216000"/>
          </a:xfrm>
          <a:prstGeom prst="rect">
            <a:avLst/>
          </a:prstGeom>
        </p:spPr>
      </p:pic>
      <p:pic>
        <p:nvPicPr>
          <p:cNvPr id="21" name="Grafik 20" descr="Online-Netzwerk mit einfarbiger Füllung">
            <a:extLst>
              <a:ext uri="{FF2B5EF4-FFF2-40B4-BE49-F238E27FC236}">
                <a16:creationId xmlns:a16="http://schemas.microsoft.com/office/drawing/2014/main" id="{88D96F1A-74FA-EDE5-20FC-8447D61E9FA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2478" y="4865072"/>
            <a:ext cx="216000" cy="216000"/>
          </a:xfrm>
          <a:prstGeom prst="rect">
            <a:avLst/>
          </a:prstGeom>
        </p:spPr>
      </p:pic>
    </p:spTree>
    <p:extLst>
      <p:ext uri="{BB962C8B-B14F-4D97-AF65-F5344CB8AC3E}">
        <p14:creationId xmlns:p14="http://schemas.microsoft.com/office/powerpoint/2010/main" val="8874103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90_two contact person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5BA63D-A8AA-B975-B71E-3B45078B7EAE}"/>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0E05B8B1-7193-1EDC-D63E-59744F18F14B}"/>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FF1A8838-819E-14A3-BAC2-E997F25EBAD4}"/>
              </a:ext>
            </a:extLst>
          </p:cNvPr>
          <p:cNvSpPr>
            <a:spLocks noGrp="1"/>
          </p:cNvSpPr>
          <p:nvPr>
            <p:ph type="pic" sz="quarter" idx="11"/>
          </p:nvPr>
        </p:nvSpPr>
        <p:spPr>
          <a:xfrm>
            <a:off x="360363" y="1260000"/>
            <a:ext cx="1800000" cy="2160000"/>
          </a:xfrm>
        </p:spPr>
        <p:txBody>
          <a:bodyPr/>
          <a:lstStyle/>
          <a:p>
            <a:endParaRPr lang="de-DE"/>
          </a:p>
        </p:txBody>
      </p:sp>
      <p:sp>
        <p:nvSpPr>
          <p:cNvPr id="4" name="Textplatzhalter 6">
            <a:extLst>
              <a:ext uri="{FF2B5EF4-FFF2-40B4-BE49-F238E27FC236}">
                <a16:creationId xmlns:a16="http://schemas.microsoft.com/office/drawing/2014/main" id="{B5AA64FF-0BA4-FDA6-24BF-92D3D1C8DF90}"/>
              </a:ext>
            </a:extLst>
          </p:cNvPr>
          <p:cNvSpPr>
            <a:spLocks noGrp="1"/>
          </p:cNvSpPr>
          <p:nvPr>
            <p:ph type="body" sz="quarter" idx="16"/>
          </p:nvPr>
        </p:nvSpPr>
        <p:spPr>
          <a:xfrm>
            <a:off x="359998" y="3600000"/>
            <a:ext cx="3600000" cy="360000"/>
          </a:xfrm>
        </p:spPr>
        <p:txBody>
          <a:bodyPr anchor="ctr"/>
          <a:lstStyle>
            <a:lvl1pPr>
              <a:defRPr b="1"/>
            </a:lvl1pPr>
          </a:lstStyle>
          <a:p>
            <a:pPr lvl="0"/>
            <a:r>
              <a:rPr lang="de-DE"/>
              <a:t>Mastertextformat bearbeiten</a:t>
            </a:r>
          </a:p>
        </p:txBody>
      </p:sp>
      <p:sp>
        <p:nvSpPr>
          <p:cNvPr id="8" name="Textplatzhalter 6">
            <a:extLst>
              <a:ext uri="{FF2B5EF4-FFF2-40B4-BE49-F238E27FC236}">
                <a16:creationId xmlns:a16="http://schemas.microsoft.com/office/drawing/2014/main" id="{655340D6-EA18-382E-2C70-FD76DF1E8907}"/>
              </a:ext>
            </a:extLst>
          </p:cNvPr>
          <p:cNvSpPr>
            <a:spLocks noGrp="1"/>
          </p:cNvSpPr>
          <p:nvPr>
            <p:ph type="body" sz="quarter" idx="17"/>
          </p:nvPr>
        </p:nvSpPr>
        <p:spPr>
          <a:xfrm>
            <a:off x="719998" y="3960756"/>
            <a:ext cx="3240000" cy="288000"/>
          </a:xfrm>
        </p:spPr>
        <p:txBody>
          <a:bodyPr anchor="ctr"/>
          <a:lstStyle>
            <a:lvl1pPr>
              <a:defRPr sz="1200"/>
            </a:lvl1pPr>
          </a:lstStyle>
          <a:p>
            <a:pPr lvl="0"/>
            <a:r>
              <a:rPr lang="de-DE"/>
              <a:t>Mastertextformat bearbeiten</a:t>
            </a:r>
          </a:p>
        </p:txBody>
      </p:sp>
      <p:sp>
        <p:nvSpPr>
          <p:cNvPr id="10" name="Bildplatzhalter 5">
            <a:extLst>
              <a:ext uri="{FF2B5EF4-FFF2-40B4-BE49-F238E27FC236}">
                <a16:creationId xmlns:a16="http://schemas.microsoft.com/office/drawing/2014/main" id="{B8917D43-7A6D-88BA-DDD8-AFE0E18D8890}"/>
              </a:ext>
            </a:extLst>
          </p:cNvPr>
          <p:cNvSpPr>
            <a:spLocks noGrp="1"/>
          </p:cNvSpPr>
          <p:nvPr>
            <p:ph type="pic" sz="quarter" idx="18"/>
          </p:nvPr>
        </p:nvSpPr>
        <p:spPr>
          <a:xfrm>
            <a:off x="792000" y="4896000"/>
            <a:ext cx="1008000" cy="216000"/>
          </a:xfrm>
        </p:spPr>
        <p:txBody>
          <a:bodyPr/>
          <a:lstStyle/>
          <a:p>
            <a:endParaRPr lang="de-DE"/>
          </a:p>
        </p:txBody>
      </p:sp>
      <p:sp>
        <p:nvSpPr>
          <p:cNvPr id="12" name="Textplatzhalter 6">
            <a:extLst>
              <a:ext uri="{FF2B5EF4-FFF2-40B4-BE49-F238E27FC236}">
                <a16:creationId xmlns:a16="http://schemas.microsoft.com/office/drawing/2014/main" id="{2C7081FF-F6DE-7B07-D29E-5A310AD5E526}"/>
              </a:ext>
            </a:extLst>
          </p:cNvPr>
          <p:cNvSpPr>
            <a:spLocks noGrp="1"/>
          </p:cNvSpPr>
          <p:nvPr>
            <p:ph type="body" sz="quarter" idx="19"/>
          </p:nvPr>
        </p:nvSpPr>
        <p:spPr>
          <a:xfrm>
            <a:off x="720000" y="4248000"/>
            <a:ext cx="3240000" cy="288000"/>
          </a:xfrm>
        </p:spPr>
        <p:txBody>
          <a:bodyPr anchor="ctr"/>
          <a:lstStyle>
            <a:lvl1pPr>
              <a:defRPr sz="1200"/>
            </a:lvl1pPr>
          </a:lstStyle>
          <a:p>
            <a:pPr lvl="0"/>
            <a:r>
              <a:rPr lang="de-DE"/>
              <a:t>Mastertextformat bearbeiten</a:t>
            </a:r>
          </a:p>
        </p:txBody>
      </p:sp>
      <p:sp>
        <p:nvSpPr>
          <p:cNvPr id="13" name="Textplatzhalter 6">
            <a:extLst>
              <a:ext uri="{FF2B5EF4-FFF2-40B4-BE49-F238E27FC236}">
                <a16:creationId xmlns:a16="http://schemas.microsoft.com/office/drawing/2014/main" id="{9F95477B-7073-52E3-8495-CC198B079E27}"/>
              </a:ext>
            </a:extLst>
          </p:cNvPr>
          <p:cNvSpPr>
            <a:spLocks noGrp="1"/>
          </p:cNvSpPr>
          <p:nvPr>
            <p:ph type="body" sz="quarter" idx="20"/>
          </p:nvPr>
        </p:nvSpPr>
        <p:spPr>
          <a:xfrm>
            <a:off x="720000" y="4536000"/>
            <a:ext cx="3240000" cy="288000"/>
          </a:xfrm>
        </p:spPr>
        <p:txBody>
          <a:bodyPr anchor="ctr"/>
          <a:lstStyle>
            <a:lvl1pPr>
              <a:defRPr sz="1200"/>
            </a:lvl1pPr>
          </a:lstStyle>
          <a:p>
            <a:pPr lvl="0"/>
            <a:r>
              <a:rPr lang="de-DE"/>
              <a:t>Mastertextformat bearbeiten</a:t>
            </a:r>
          </a:p>
        </p:txBody>
      </p:sp>
      <p:pic>
        <p:nvPicPr>
          <p:cNvPr id="15" name="Grafik 14" descr="Chat mit einfarbiger Füllung">
            <a:extLst>
              <a:ext uri="{FF2B5EF4-FFF2-40B4-BE49-F238E27FC236}">
                <a16:creationId xmlns:a16="http://schemas.microsoft.com/office/drawing/2014/main" id="{26A230AF-AD9D-DC32-078F-000F0A514C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2478" y="4284000"/>
            <a:ext cx="216000" cy="216000"/>
          </a:xfrm>
          <a:prstGeom prst="rect">
            <a:avLst/>
          </a:prstGeom>
        </p:spPr>
      </p:pic>
      <p:pic>
        <p:nvPicPr>
          <p:cNvPr id="17" name="Grafik 16" descr="Freisprechanlage mit einfarbiger Füllung">
            <a:extLst>
              <a:ext uri="{FF2B5EF4-FFF2-40B4-BE49-F238E27FC236}">
                <a16:creationId xmlns:a16="http://schemas.microsoft.com/office/drawing/2014/main" id="{66787022-17F9-8455-6ABD-9213E4373C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2478" y="4572253"/>
            <a:ext cx="216000" cy="216000"/>
          </a:xfrm>
          <a:prstGeom prst="rect">
            <a:avLst/>
          </a:prstGeom>
        </p:spPr>
      </p:pic>
      <p:pic>
        <p:nvPicPr>
          <p:cNvPr id="19" name="Grafik 18" descr="Aktenkoffer mit einfarbiger Füllung">
            <a:extLst>
              <a:ext uri="{FF2B5EF4-FFF2-40B4-BE49-F238E27FC236}">
                <a16:creationId xmlns:a16="http://schemas.microsoft.com/office/drawing/2014/main" id="{B1D75672-0911-BE06-26FE-B766F47212F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2478" y="3991181"/>
            <a:ext cx="216000" cy="216000"/>
          </a:xfrm>
          <a:prstGeom prst="rect">
            <a:avLst/>
          </a:prstGeom>
        </p:spPr>
      </p:pic>
      <p:pic>
        <p:nvPicPr>
          <p:cNvPr id="21" name="Grafik 20" descr="Online-Netzwerk mit einfarbiger Füllung">
            <a:extLst>
              <a:ext uri="{FF2B5EF4-FFF2-40B4-BE49-F238E27FC236}">
                <a16:creationId xmlns:a16="http://schemas.microsoft.com/office/drawing/2014/main" id="{88D96F1A-74FA-EDE5-20FC-8447D61E9FA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2478" y="4865072"/>
            <a:ext cx="216000" cy="216000"/>
          </a:xfrm>
          <a:prstGeom prst="rect">
            <a:avLst/>
          </a:prstGeom>
        </p:spPr>
      </p:pic>
      <p:sp>
        <p:nvSpPr>
          <p:cNvPr id="22" name="Bildplatzhalter 4">
            <a:extLst>
              <a:ext uri="{FF2B5EF4-FFF2-40B4-BE49-F238E27FC236}">
                <a16:creationId xmlns:a16="http://schemas.microsoft.com/office/drawing/2014/main" id="{5A410A47-19E3-EE97-DCCB-244F6AC20506}"/>
              </a:ext>
            </a:extLst>
          </p:cNvPr>
          <p:cNvSpPr>
            <a:spLocks noGrp="1"/>
          </p:cNvSpPr>
          <p:nvPr>
            <p:ph type="pic" sz="quarter" idx="21"/>
          </p:nvPr>
        </p:nvSpPr>
        <p:spPr>
          <a:xfrm>
            <a:off x="4320363" y="1242000"/>
            <a:ext cx="1800000" cy="2160000"/>
          </a:xfrm>
        </p:spPr>
        <p:txBody>
          <a:bodyPr/>
          <a:lstStyle/>
          <a:p>
            <a:endParaRPr lang="de-DE"/>
          </a:p>
        </p:txBody>
      </p:sp>
      <p:sp>
        <p:nvSpPr>
          <p:cNvPr id="23" name="Textplatzhalter 6">
            <a:extLst>
              <a:ext uri="{FF2B5EF4-FFF2-40B4-BE49-F238E27FC236}">
                <a16:creationId xmlns:a16="http://schemas.microsoft.com/office/drawing/2014/main" id="{A1992F62-50A2-0A14-EDA7-FD9AFDAA884C}"/>
              </a:ext>
            </a:extLst>
          </p:cNvPr>
          <p:cNvSpPr>
            <a:spLocks noGrp="1"/>
          </p:cNvSpPr>
          <p:nvPr>
            <p:ph type="body" sz="quarter" idx="22"/>
          </p:nvPr>
        </p:nvSpPr>
        <p:spPr>
          <a:xfrm>
            <a:off x="4319998" y="3582000"/>
            <a:ext cx="3600000" cy="360000"/>
          </a:xfrm>
        </p:spPr>
        <p:txBody>
          <a:bodyPr anchor="ctr"/>
          <a:lstStyle>
            <a:lvl1pPr>
              <a:defRPr b="1"/>
            </a:lvl1pPr>
          </a:lstStyle>
          <a:p>
            <a:pPr lvl="0"/>
            <a:r>
              <a:rPr lang="de-DE"/>
              <a:t>Mastertextformat bearbeiten</a:t>
            </a:r>
          </a:p>
        </p:txBody>
      </p:sp>
      <p:sp>
        <p:nvSpPr>
          <p:cNvPr id="24" name="Textplatzhalter 6">
            <a:extLst>
              <a:ext uri="{FF2B5EF4-FFF2-40B4-BE49-F238E27FC236}">
                <a16:creationId xmlns:a16="http://schemas.microsoft.com/office/drawing/2014/main" id="{E0219E3F-DF9E-DD21-209E-CD6BEF3FC039}"/>
              </a:ext>
            </a:extLst>
          </p:cNvPr>
          <p:cNvSpPr>
            <a:spLocks noGrp="1"/>
          </p:cNvSpPr>
          <p:nvPr>
            <p:ph type="body" sz="quarter" idx="23"/>
          </p:nvPr>
        </p:nvSpPr>
        <p:spPr>
          <a:xfrm>
            <a:off x="4679998" y="3942756"/>
            <a:ext cx="3240000" cy="288000"/>
          </a:xfrm>
        </p:spPr>
        <p:txBody>
          <a:bodyPr anchor="ctr"/>
          <a:lstStyle>
            <a:lvl1pPr>
              <a:defRPr sz="1200"/>
            </a:lvl1pPr>
          </a:lstStyle>
          <a:p>
            <a:pPr lvl="0"/>
            <a:r>
              <a:rPr lang="de-DE"/>
              <a:t>Mastertextformat bearbeiten</a:t>
            </a:r>
          </a:p>
        </p:txBody>
      </p:sp>
      <p:sp>
        <p:nvSpPr>
          <p:cNvPr id="25" name="Bildplatzhalter 5">
            <a:extLst>
              <a:ext uri="{FF2B5EF4-FFF2-40B4-BE49-F238E27FC236}">
                <a16:creationId xmlns:a16="http://schemas.microsoft.com/office/drawing/2014/main" id="{B01185FA-12A8-EDB6-1827-3AF43285FEFB}"/>
              </a:ext>
            </a:extLst>
          </p:cNvPr>
          <p:cNvSpPr>
            <a:spLocks noGrp="1"/>
          </p:cNvSpPr>
          <p:nvPr>
            <p:ph type="pic" sz="quarter" idx="24"/>
          </p:nvPr>
        </p:nvSpPr>
        <p:spPr>
          <a:xfrm>
            <a:off x="4752000" y="4878000"/>
            <a:ext cx="1008000" cy="216000"/>
          </a:xfrm>
        </p:spPr>
        <p:txBody>
          <a:bodyPr/>
          <a:lstStyle/>
          <a:p>
            <a:endParaRPr lang="de-DE"/>
          </a:p>
        </p:txBody>
      </p:sp>
      <p:sp>
        <p:nvSpPr>
          <p:cNvPr id="26" name="Textplatzhalter 6">
            <a:extLst>
              <a:ext uri="{FF2B5EF4-FFF2-40B4-BE49-F238E27FC236}">
                <a16:creationId xmlns:a16="http://schemas.microsoft.com/office/drawing/2014/main" id="{D0138181-7679-A585-7E8D-693A933BE368}"/>
              </a:ext>
            </a:extLst>
          </p:cNvPr>
          <p:cNvSpPr>
            <a:spLocks noGrp="1"/>
          </p:cNvSpPr>
          <p:nvPr>
            <p:ph type="body" sz="quarter" idx="25"/>
          </p:nvPr>
        </p:nvSpPr>
        <p:spPr>
          <a:xfrm>
            <a:off x="4680000" y="4230000"/>
            <a:ext cx="3240000" cy="288000"/>
          </a:xfrm>
        </p:spPr>
        <p:txBody>
          <a:bodyPr anchor="ctr"/>
          <a:lstStyle>
            <a:lvl1pPr>
              <a:defRPr sz="1200"/>
            </a:lvl1pPr>
          </a:lstStyle>
          <a:p>
            <a:pPr lvl="0"/>
            <a:r>
              <a:rPr lang="de-DE"/>
              <a:t>Mastertextformat bearbeiten</a:t>
            </a:r>
          </a:p>
        </p:txBody>
      </p:sp>
      <p:sp>
        <p:nvSpPr>
          <p:cNvPr id="27" name="Textplatzhalter 6">
            <a:extLst>
              <a:ext uri="{FF2B5EF4-FFF2-40B4-BE49-F238E27FC236}">
                <a16:creationId xmlns:a16="http://schemas.microsoft.com/office/drawing/2014/main" id="{0EA00590-010E-8833-62A0-696472BEAD29}"/>
              </a:ext>
            </a:extLst>
          </p:cNvPr>
          <p:cNvSpPr>
            <a:spLocks noGrp="1"/>
          </p:cNvSpPr>
          <p:nvPr>
            <p:ph type="body" sz="quarter" idx="26"/>
          </p:nvPr>
        </p:nvSpPr>
        <p:spPr>
          <a:xfrm>
            <a:off x="4680000" y="4518000"/>
            <a:ext cx="3240000" cy="288000"/>
          </a:xfrm>
        </p:spPr>
        <p:txBody>
          <a:bodyPr anchor="ctr"/>
          <a:lstStyle>
            <a:lvl1pPr>
              <a:defRPr sz="1200"/>
            </a:lvl1pPr>
          </a:lstStyle>
          <a:p>
            <a:pPr lvl="0"/>
            <a:r>
              <a:rPr lang="de-DE"/>
              <a:t>Mastertextformat bearbeiten</a:t>
            </a:r>
          </a:p>
        </p:txBody>
      </p:sp>
      <p:pic>
        <p:nvPicPr>
          <p:cNvPr id="28" name="Grafik 27" descr="Chat mit einfarbiger Füllung">
            <a:extLst>
              <a:ext uri="{FF2B5EF4-FFF2-40B4-BE49-F238E27FC236}">
                <a16:creationId xmlns:a16="http://schemas.microsoft.com/office/drawing/2014/main" id="{185B710B-BF6B-9442-86D3-DC6E0322A7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22478" y="4266000"/>
            <a:ext cx="216000" cy="216000"/>
          </a:xfrm>
          <a:prstGeom prst="rect">
            <a:avLst/>
          </a:prstGeom>
        </p:spPr>
      </p:pic>
      <p:pic>
        <p:nvPicPr>
          <p:cNvPr id="29" name="Grafik 28" descr="Freisprechanlage mit einfarbiger Füllung">
            <a:extLst>
              <a:ext uri="{FF2B5EF4-FFF2-40B4-BE49-F238E27FC236}">
                <a16:creationId xmlns:a16="http://schemas.microsoft.com/office/drawing/2014/main" id="{16297E03-A676-CABB-DC07-D896D47A3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22478" y="4554253"/>
            <a:ext cx="216000" cy="216000"/>
          </a:xfrm>
          <a:prstGeom prst="rect">
            <a:avLst/>
          </a:prstGeom>
        </p:spPr>
      </p:pic>
      <p:pic>
        <p:nvPicPr>
          <p:cNvPr id="30" name="Grafik 29" descr="Aktenkoffer mit einfarbiger Füllung">
            <a:extLst>
              <a:ext uri="{FF2B5EF4-FFF2-40B4-BE49-F238E27FC236}">
                <a16:creationId xmlns:a16="http://schemas.microsoft.com/office/drawing/2014/main" id="{7EEE4B4E-04A5-32BB-2724-01D8CBCA241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22478" y="3973181"/>
            <a:ext cx="216000" cy="216000"/>
          </a:xfrm>
          <a:prstGeom prst="rect">
            <a:avLst/>
          </a:prstGeom>
        </p:spPr>
      </p:pic>
      <p:pic>
        <p:nvPicPr>
          <p:cNvPr id="31" name="Grafik 30" descr="Online-Netzwerk mit einfarbiger Füllung">
            <a:extLst>
              <a:ext uri="{FF2B5EF4-FFF2-40B4-BE49-F238E27FC236}">
                <a16:creationId xmlns:a16="http://schemas.microsoft.com/office/drawing/2014/main" id="{28B9C452-CC08-3166-F3C4-FA52955A9FC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22478" y="4847072"/>
            <a:ext cx="216000" cy="216000"/>
          </a:xfrm>
          <a:prstGeom prst="rect">
            <a:avLst/>
          </a:prstGeom>
        </p:spPr>
      </p:pic>
    </p:spTree>
    <p:extLst>
      <p:ext uri="{BB962C8B-B14F-4D97-AF65-F5344CB8AC3E}">
        <p14:creationId xmlns:p14="http://schemas.microsoft.com/office/powerpoint/2010/main" val="368316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90_three contact person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5BA63D-A8AA-B975-B71E-3B45078B7EAE}"/>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0E05B8B1-7193-1EDC-D63E-59744F18F14B}"/>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FF1A8838-819E-14A3-BAC2-E997F25EBAD4}"/>
              </a:ext>
            </a:extLst>
          </p:cNvPr>
          <p:cNvSpPr>
            <a:spLocks noGrp="1"/>
          </p:cNvSpPr>
          <p:nvPr>
            <p:ph type="pic" sz="quarter" idx="11"/>
          </p:nvPr>
        </p:nvSpPr>
        <p:spPr>
          <a:xfrm>
            <a:off x="360363" y="1260000"/>
            <a:ext cx="1800000" cy="2160000"/>
          </a:xfrm>
        </p:spPr>
        <p:txBody>
          <a:bodyPr/>
          <a:lstStyle/>
          <a:p>
            <a:endParaRPr lang="de-DE"/>
          </a:p>
        </p:txBody>
      </p:sp>
      <p:sp>
        <p:nvSpPr>
          <p:cNvPr id="4" name="Textplatzhalter 6">
            <a:extLst>
              <a:ext uri="{FF2B5EF4-FFF2-40B4-BE49-F238E27FC236}">
                <a16:creationId xmlns:a16="http://schemas.microsoft.com/office/drawing/2014/main" id="{B5AA64FF-0BA4-FDA6-24BF-92D3D1C8DF90}"/>
              </a:ext>
            </a:extLst>
          </p:cNvPr>
          <p:cNvSpPr>
            <a:spLocks noGrp="1"/>
          </p:cNvSpPr>
          <p:nvPr>
            <p:ph type="body" sz="quarter" idx="16"/>
          </p:nvPr>
        </p:nvSpPr>
        <p:spPr>
          <a:xfrm>
            <a:off x="359998" y="3600000"/>
            <a:ext cx="3600000" cy="360000"/>
          </a:xfrm>
        </p:spPr>
        <p:txBody>
          <a:bodyPr anchor="ctr"/>
          <a:lstStyle>
            <a:lvl1pPr>
              <a:defRPr b="1"/>
            </a:lvl1pPr>
          </a:lstStyle>
          <a:p>
            <a:pPr lvl="0"/>
            <a:r>
              <a:rPr lang="de-DE"/>
              <a:t>Mastertextformat bearbeiten</a:t>
            </a:r>
          </a:p>
        </p:txBody>
      </p:sp>
      <p:sp>
        <p:nvSpPr>
          <p:cNvPr id="8" name="Textplatzhalter 6">
            <a:extLst>
              <a:ext uri="{FF2B5EF4-FFF2-40B4-BE49-F238E27FC236}">
                <a16:creationId xmlns:a16="http://schemas.microsoft.com/office/drawing/2014/main" id="{655340D6-EA18-382E-2C70-FD76DF1E8907}"/>
              </a:ext>
            </a:extLst>
          </p:cNvPr>
          <p:cNvSpPr>
            <a:spLocks noGrp="1"/>
          </p:cNvSpPr>
          <p:nvPr>
            <p:ph type="body" sz="quarter" idx="17"/>
          </p:nvPr>
        </p:nvSpPr>
        <p:spPr>
          <a:xfrm>
            <a:off x="719998" y="3960756"/>
            <a:ext cx="3240000" cy="288000"/>
          </a:xfrm>
        </p:spPr>
        <p:txBody>
          <a:bodyPr anchor="ctr"/>
          <a:lstStyle>
            <a:lvl1pPr>
              <a:defRPr sz="1200"/>
            </a:lvl1pPr>
          </a:lstStyle>
          <a:p>
            <a:pPr lvl="0"/>
            <a:r>
              <a:rPr lang="de-DE"/>
              <a:t>Mastertextformat bearbeiten</a:t>
            </a:r>
          </a:p>
        </p:txBody>
      </p:sp>
      <p:sp>
        <p:nvSpPr>
          <p:cNvPr id="10" name="Bildplatzhalter 5">
            <a:extLst>
              <a:ext uri="{FF2B5EF4-FFF2-40B4-BE49-F238E27FC236}">
                <a16:creationId xmlns:a16="http://schemas.microsoft.com/office/drawing/2014/main" id="{B8917D43-7A6D-88BA-DDD8-AFE0E18D8890}"/>
              </a:ext>
            </a:extLst>
          </p:cNvPr>
          <p:cNvSpPr>
            <a:spLocks noGrp="1"/>
          </p:cNvSpPr>
          <p:nvPr>
            <p:ph type="pic" sz="quarter" idx="18"/>
          </p:nvPr>
        </p:nvSpPr>
        <p:spPr>
          <a:xfrm>
            <a:off x="792000" y="4896000"/>
            <a:ext cx="1008000" cy="216000"/>
          </a:xfrm>
        </p:spPr>
        <p:txBody>
          <a:bodyPr/>
          <a:lstStyle/>
          <a:p>
            <a:endParaRPr lang="de-DE"/>
          </a:p>
        </p:txBody>
      </p:sp>
      <p:sp>
        <p:nvSpPr>
          <p:cNvPr id="12" name="Textplatzhalter 6">
            <a:extLst>
              <a:ext uri="{FF2B5EF4-FFF2-40B4-BE49-F238E27FC236}">
                <a16:creationId xmlns:a16="http://schemas.microsoft.com/office/drawing/2014/main" id="{2C7081FF-F6DE-7B07-D29E-5A310AD5E526}"/>
              </a:ext>
            </a:extLst>
          </p:cNvPr>
          <p:cNvSpPr>
            <a:spLocks noGrp="1"/>
          </p:cNvSpPr>
          <p:nvPr>
            <p:ph type="body" sz="quarter" idx="19"/>
          </p:nvPr>
        </p:nvSpPr>
        <p:spPr>
          <a:xfrm>
            <a:off x="720000" y="4248000"/>
            <a:ext cx="3240000" cy="288000"/>
          </a:xfrm>
        </p:spPr>
        <p:txBody>
          <a:bodyPr anchor="ctr"/>
          <a:lstStyle>
            <a:lvl1pPr>
              <a:defRPr sz="1200"/>
            </a:lvl1pPr>
          </a:lstStyle>
          <a:p>
            <a:pPr lvl="0"/>
            <a:r>
              <a:rPr lang="de-DE"/>
              <a:t>Mastertextformat bearbeiten</a:t>
            </a:r>
          </a:p>
        </p:txBody>
      </p:sp>
      <p:sp>
        <p:nvSpPr>
          <p:cNvPr id="13" name="Textplatzhalter 6">
            <a:extLst>
              <a:ext uri="{FF2B5EF4-FFF2-40B4-BE49-F238E27FC236}">
                <a16:creationId xmlns:a16="http://schemas.microsoft.com/office/drawing/2014/main" id="{9F95477B-7073-52E3-8495-CC198B079E27}"/>
              </a:ext>
            </a:extLst>
          </p:cNvPr>
          <p:cNvSpPr>
            <a:spLocks noGrp="1"/>
          </p:cNvSpPr>
          <p:nvPr>
            <p:ph type="body" sz="quarter" idx="20"/>
          </p:nvPr>
        </p:nvSpPr>
        <p:spPr>
          <a:xfrm>
            <a:off x="720000" y="4536000"/>
            <a:ext cx="3240000" cy="288000"/>
          </a:xfrm>
        </p:spPr>
        <p:txBody>
          <a:bodyPr anchor="ctr"/>
          <a:lstStyle>
            <a:lvl1pPr>
              <a:defRPr sz="1200"/>
            </a:lvl1pPr>
          </a:lstStyle>
          <a:p>
            <a:pPr lvl="0"/>
            <a:r>
              <a:rPr lang="de-DE"/>
              <a:t>Mastertextformat bearbeiten</a:t>
            </a:r>
          </a:p>
        </p:txBody>
      </p:sp>
      <p:pic>
        <p:nvPicPr>
          <p:cNvPr id="15" name="Grafik 14" descr="Chat mit einfarbiger Füllung">
            <a:extLst>
              <a:ext uri="{FF2B5EF4-FFF2-40B4-BE49-F238E27FC236}">
                <a16:creationId xmlns:a16="http://schemas.microsoft.com/office/drawing/2014/main" id="{26A230AF-AD9D-DC32-078F-000F0A514C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2478" y="4284000"/>
            <a:ext cx="216000" cy="216000"/>
          </a:xfrm>
          <a:prstGeom prst="rect">
            <a:avLst/>
          </a:prstGeom>
        </p:spPr>
      </p:pic>
      <p:pic>
        <p:nvPicPr>
          <p:cNvPr id="17" name="Grafik 16" descr="Freisprechanlage mit einfarbiger Füllung">
            <a:extLst>
              <a:ext uri="{FF2B5EF4-FFF2-40B4-BE49-F238E27FC236}">
                <a16:creationId xmlns:a16="http://schemas.microsoft.com/office/drawing/2014/main" id="{66787022-17F9-8455-6ABD-9213E4373C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2478" y="4572253"/>
            <a:ext cx="216000" cy="216000"/>
          </a:xfrm>
          <a:prstGeom prst="rect">
            <a:avLst/>
          </a:prstGeom>
        </p:spPr>
      </p:pic>
      <p:pic>
        <p:nvPicPr>
          <p:cNvPr id="19" name="Grafik 18" descr="Aktenkoffer mit einfarbiger Füllung">
            <a:extLst>
              <a:ext uri="{FF2B5EF4-FFF2-40B4-BE49-F238E27FC236}">
                <a16:creationId xmlns:a16="http://schemas.microsoft.com/office/drawing/2014/main" id="{B1D75672-0911-BE06-26FE-B766F47212F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2478" y="3991181"/>
            <a:ext cx="216000" cy="216000"/>
          </a:xfrm>
          <a:prstGeom prst="rect">
            <a:avLst/>
          </a:prstGeom>
        </p:spPr>
      </p:pic>
      <p:pic>
        <p:nvPicPr>
          <p:cNvPr id="21" name="Grafik 20" descr="Online-Netzwerk mit einfarbiger Füllung">
            <a:extLst>
              <a:ext uri="{FF2B5EF4-FFF2-40B4-BE49-F238E27FC236}">
                <a16:creationId xmlns:a16="http://schemas.microsoft.com/office/drawing/2014/main" id="{88D96F1A-74FA-EDE5-20FC-8447D61E9FA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2478" y="4865072"/>
            <a:ext cx="216000" cy="216000"/>
          </a:xfrm>
          <a:prstGeom prst="rect">
            <a:avLst/>
          </a:prstGeom>
        </p:spPr>
      </p:pic>
      <p:sp>
        <p:nvSpPr>
          <p:cNvPr id="22" name="Bildplatzhalter 4">
            <a:extLst>
              <a:ext uri="{FF2B5EF4-FFF2-40B4-BE49-F238E27FC236}">
                <a16:creationId xmlns:a16="http://schemas.microsoft.com/office/drawing/2014/main" id="{5A410A47-19E3-EE97-DCCB-244F6AC20506}"/>
              </a:ext>
            </a:extLst>
          </p:cNvPr>
          <p:cNvSpPr>
            <a:spLocks noGrp="1"/>
          </p:cNvSpPr>
          <p:nvPr>
            <p:ph type="pic" sz="quarter" idx="21"/>
          </p:nvPr>
        </p:nvSpPr>
        <p:spPr>
          <a:xfrm>
            <a:off x="4320363" y="1242000"/>
            <a:ext cx="1800000" cy="2160000"/>
          </a:xfrm>
        </p:spPr>
        <p:txBody>
          <a:bodyPr/>
          <a:lstStyle/>
          <a:p>
            <a:endParaRPr lang="de-DE"/>
          </a:p>
        </p:txBody>
      </p:sp>
      <p:sp>
        <p:nvSpPr>
          <p:cNvPr id="23" name="Textplatzhalter 6">
            <a:extLst>
              <a:ext uri="{FF2B5EF4-FFF2-40B4-BE49-F238E27FC236}">
                <a16:creationId xmlns:a16="http://schemas.microsoft.com/office/drawing/2014/main" id="{A1992F62-50A2-0A14-EDA7-FD9AFDAA884C}"/>
              </a:ext>
            </a:extLst>
          </p:cNvPr>
          <p:cNvSpPr>
            <a:spLocks noGrp="1"/>
          </p:cNvSpPr>
          <p:nvPr>
            <p:ph type="body" sz="quarter" idx="22"/>
          </p:nvPr>
        </p:nvSpPr>
        <p:spPr>
          <a:xfrm>
            <a:off x="4319998" y="3582000"/>
            <a:ext cx="3600000" cy="360000"/>
          </a:xfrm>
        </p:spPr>
        <p:txBody>
          <a:bodyPr anchor="ctr"/>
          <a:lstStyle>
            <a:lvl1pPr>
              <a:defRPr b="1"/>
            </a:lvl1pPr>
          </a:lstStyle>
          <a:p>
            <a:pPr lvl="0"/>
            <a:r>
              <a:rPr lang="de-DE"/>
              <a:t>Mastertextformat bearbeiten</a:t>
            </a:r>
          </a:p>
        </p:txBody>
      </p:sp>
      <p:sp>
        <p:nvSpPr>
          <p:cNvPr id="24" name="Textplatzhalter 6">
            <a:extLst>
              <a:ext uri="{FF2B5EF4-FFF2-40B4-BE49-F238E27FC236}">
                <a16:creationId xmlns:a16="http://schemas.microsoft.com/office/drawing/2014/main" id="{E0219E3F-DF9E-DD21-209E-CD6BEF3FC039}"/>
              </a:ext>
            </a:extLst>
          </p:cNvPr>
          <p:cNvSpPr>
            <a:spLocks noGrp="1"/>
          </p:cNvSpPr>
          <p:nvPr>
            <p:ph type="body" sz="quarter" idx="23"/>
          </p:nvPr>
        </p:nvSpPr>
        <p:spPr>
          <a:xfrm>
            <a:off x="4679998" y="3942756"/>
            <a:ext cx="3240000" cy="288000"/>
          </a:xfrm>
        </p:spPr>
        <p:txBody>
          <a:bodyPr anchor="ctr"/>
          <a:lstStyle>
            <a:lvl1pPr>
              <a:defRPr sz="1200"/>
            </a:lvl1pPr>
          </a:lstStyle>
          <a:p>
            <a:pPr lvl="0"/>
            <a:r>
              <a:rPr lang="de-DE"/>
              <a:t>Mastertextformat bearbeiten</a:t>
            </a:r>
          </a:p>
        </p:txBody>
      </p:sp>
      <p:sp>
        <p:nvSpPr>
          <p:cNvPr id="25" name="Bildplatzhalter 5">
            <a:extLst>
              <a:ext uri="{FF2B5EF4-FFF2-40B4-BE49-F238E27FC236}">
                <a16:creationId xmlns:a16="http://schemas.microsoft.com/office/drawing/2014/main" id="{B01185FA-12A8-EDB6-1827-3AF43285FEFB}"/>
              </a:ext>
            </a:extLst>
          </p:cNvPr>
          <p:cNvSpPr>
            <a:spLocks noGrp="1"/>
          </p:cNvSpPr>
          <p:nvPr>
            <p:ph type="pic" sz="quarter" idx="24"/>
          </p:nvPr>
        </p:nvSpPr>
        <p:spPr>
          <a:xfrm>
            <a:off x="4752000" y="4878000"/>
            <a:ext cx="1008000" cy="216000"/>
          </a:xfrm>
        </p:spPr>
        <p:txBody>
          <a:bodyPr/>
          <a:lstStyle/>
          <a:p>
            <a:endParaRPr lang="de-DE"/>
          </a:p>
        </p:txBody>
      </p:sp>
      <p:sp>
        <p:nvSpPr>
          <p:cNvPr id="26" name="Textplatzhalter 6">
            <a:extLst>
              <a:ext uri="{FF2B5EF4-FFF2-40B4-BE49-F238E27FC236}">
                <a16:creationId xmlns:a16="http://schemas.microsoft.com/office/drawing/2014/main" id="{D0138181-7679-A585-7E8D-693A933BE368}"/>
              </a:ext>
            </a:extLst>
          </p:cNvPr>
          <p:cNvSpPr>
            <a:spLocks noGrp="1"/>
          </p:cNvSpPr>
          <p:nvPr>
            <p:ph type="body" sz="quarter" idx="25"/>
          </p:nvPr>
        </p:nvSpPr>
        <p:spPr>
          <a:xfrm>
            <a:off x="4680000" y="4230000"/>
            <a:ext cx="3240000" cy="288000"/>
          </a:xfrm>
        </p:spPr>
        <p:txBody>
          <a:bodyPr anchor="ctr"/>
          <a:lstStyle>
            <a:lvl1pPr>
              <a:defRPr sz="1200"/>
            </a:lvl1pPr>
          </a:lstStyle>
          <a:p>
            <a:pPr lvl="0"/>
            <a:r>
              <a:rPr lang="de-DE"/>
              <a:t>Mastertextformat bearbeiten</a:t>
            </a:r>
          </a:p>
        </p:txBody>
      </p:sp>
      <p:sp>
        <p:nvSpPr>
          <p:cNvPr id="27" name="Textplatzhalter 6">
            <a:extLst>
              <a:ext uri="{FF2B5EF4-FFF2-40B4-BE49-F238E27FC236}">
                <a16:creationId xmlns:a16="http://schemas.microsoft.com/office/drawing/2014/main" id="{0EA00590-010E-8833-62A0-696472BEAD29}"/>
              </a:ext>
            </a:extLst>
          </p:cNvPr>
          <p:cNvSpPr>
            <a:spLocks noGrp="1"/>
          </p:cNvSpPr>
          <p:nvPr>
            <p:ph type="body" sz="quarter" idx="26"/>
          </p:nvPr>
        </p:nvSpPr>
        <p:spPr>
          <a:xfrm>
            <a:off x="4680000" y="4518000"/>
            <a:ext cx="3240000" cy="288000"/>
          </a:xfrm>
        </p:spPr>
        <p:txBody>
          <a:bodyPr anchor="ctr"/>
          <a:lstStyle>
            <a:lvl1pPr>
              <a:defRPr sz="1200"/>
            </a:lvl1pPr>
          </a:lstStyle>
          <a:p>
            <a:pPr lvl="0"/>
            <a:r>
              <a:rPr lang="de-DE"/>
              <a:t>Mastertextformat bearbeiten</a:t>
            </a:r>
          </a:p>
        </p:txBody>
      </p:sp>
      <p:pic>
        <p:nvPicPr>
          <p:cNvPr id="28" name="Grafik 27" descr="Chat mit einfarbiger Füllung">
            <a:extLst>
              <a:ext uri="{FF2B5EF4-FFF2-40B4-BE49-F238E27FC236}">
                <a16:creationId xmlns:a16="http://schemas.microsoft.com/office/drawing/2014/main" id="{185B710B-BF6B-9442-86D3-DC6E0322A7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22478" y="4266000"/>
            <a:ext cx="216000" cy="216000"/>
          </a:xfrm>
          <a:prstGeom prst="rect">
            <a:avLst/>
          </a:prstGeom>
        </p:spPr>
      </p:pic>
      <p:pic>
        <p:nvPicPr>
          <p:cNvPr id="29" name="Grafik 28" descr="Freisprechanlage mit einfarbiger Füllung">
            <a:extLst>
              <a:ext uri="{FF2B5EF4-FFF2-40B4-BE49-F238E27FC236}">
                <a16:creationId xmlns:a16="http://schemas.microsoft.com/office/drawing/2014/main" id="{16297E03-A676-CABB-DC07-D896D47A3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22478" y="4554253"/>
            <a:ext cx="216000" cy="216000"/>
          </a:xfrm>
          <a:prstGeom prst="rect">
            <a:avLst/>
          </a:prstGeom>
        </p:spPr>
      </p:pic>
      <p:pic>
        <p:nvPicPr>
          <p:cNvPr id="30" name="Grafik 29" descr="Aktenkoffer mit einfarbiger Füllung">
            <a:extLst>
              <a:ext uri="{FF2B5EF4-FFF2-40B4-BE49-F238E27FC236}">
                <a16:creationId xmlns:a16="http://schemas.microsoft.com/office/drawing/2014/main" id="{7EEE4B4E-04A5-32BB-2724-01D8CBCA241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22478" y="3973181"/>
            <a:ext cx="216000" cy="216000"/>
          </a:xfrm>
          <a:prstGeom prst="rect">
            <a:avLst/>
          </a:prstGeom>
        </p:spPr>
      </p:pic>
      <p:pic>
        <p:nvPicPr>
          <p:cNvPr id="31" name="Grafik 30" descr="Online-Netzwerk mit einfarbiger Füllung">
            <a:extLst>
              <a:ext uri="{FF2B5EF4-FFF2-40B4-BE49-F238E27FC236}">
                <a16:creationId xmlns:a16="http://schemas.microsoft.com/office/drawing/2014/main" id="{28B9C452-CC08-3166-F3C4-FA52955A9FC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22478" y="4847072"/>
            <a:ext cx="216000" cy="216000"/>
          </a:xfrm>
          <a:prstGeom prst="rect">
            <a:avLst/>
          </a:prstGeom>
        </p:spPr>
      </p:pic>
      <p:sp>
        <p:nvSpPr>
          <p:cNvPr id="32" name="Bildplatzhalter 4">
            <a:extLst>
              <a:ext uri="{FF2B5EF4-FFF2-40B4-BE49-F238E27FC236}">
                <a16:creationId xmlns:a16="http://schemas.microsoft.com/office/drawing/2014/main" id="{0DF561F7-7042-FFE4-4655-A6BD8178BEEC}"/>
              </a:ext>
            </a:extLst>
          </p:cNvPr>
          <p:cNvSpPr>
            <a:spLocks noGrp="1"/>
          </p:cNvSpPr>
          <p:nvPr>
            <p:ph type="pic" sz="quarter" idx="27"/>
          </p:nvPr>
        </p:nvSpPr>
        <p:spPr>
          <a:xfrm>
            <a:off x="8279998" y="1242000"/>
            <a:ext cx="1800000" cy="2160000"/>
          </a:xfrm>
        </p:spPr>
        <p:txBody>
          <a:bodyPr/>
          <a:lstStyle/>
          <a:p>
            <a:endParaRPr lang="de-DE"/>
          </a:p>
        </p:txBody>
      </p:sp>
      <p:sp>
        <p:nvSpPr>
          <p:cNvPr id="33" name="Textplatzhalter 6">
            <a:extLst>
              <a:ext uri="{FF2B5EF4-FFF2-40B4-BE49-F238E27FC236}">
                <a16:creationId xmlns:a16="http://schemas.microsoft.com/office/drawing/2014/main" id="{07EE8F95-C554-D396-0BE2-1BF0DE780FA9}"/>
              </a:ext>
            </a:extLst>
          </p:cNvPr>
          <p:cNvSpPr>
            <a:spLocks noGrp="1"/>
          </p:cNvSpPr>
          <p:nvPr>
            <p:ph type="body" sz="quarter" idx="28"/>
          </p:nvPr>
        </p:nvSpPr>
        <p:spPr>
          <a:xfrm>
            <a:off x="8279633" y="3582000"/>
            <a:ext cx="3600000" cy="360000"/>
          </a:xfrm>
        </p:spPr>
        <p:txBody>
          <a:bodyPr anchor="ctr"/>
          <a:lstStyle>
            <a:lvl1pPr>
              <a:defRPr b="1"/>
            </a:lvl1pPr>
          </a:lstStyle>
          <a:p>
            <a:pPr lvl="0"/>
            <a:r>
              <a:rPr lang="de-DE"/>
              <a:t>Mastertextformat bearbeiten</a:t>
            </a:r>
          </a:p>
        </p:txBody>
      </p:sp>
      <p:sp>
        <p:nvSpPr>
          <p:cNvPr id="34" name="Textplatzhalter 6">
            <a:extLst>
              <a:ext uri="{FF2B5EF4-FFF2-40B4-BE49-F238E27FC236}">
                <a16:creationId xmlns:a16="http://schemas.microsoft.com/office/drawing/2014/main" id="{314114A2-02E8-D895-50D8-F35E550CF67F}"/>
              </a:ext>
            </a:extLst>
          </p:cNvPr>
          <p:cNvSpPr>
            <a:spLocks noGrp="1"/>
          </p:cNvSpPr>
          <p:nvPr>
            <p:ph type="body" sz="quarter" idx="29"/>
          </p:nvPr>
        </p:nvSpPr>
        <p:spPr>
          <a:xfrm>
            <a:off x="8639633" y="3942756"/>
            <a:ext cx="3240000" cy="288000"/>
          </a:xfrm>
        </p:spPr>
        <p:txBody>
          <a:bodyPr anchor="ctr"/>
          <a:lstStyle>
            <a:lvl1pPr>
              <a:defRPr sz="1200"/>
            </a:lvl1pPr>
          </a:lstStyle>
          <a:p>
            <a:pPr lvl="0"/>
            <a:r>
              <a:rPr lang="de-DE"/>
              <a:t>Mastertextformat bearbeiten</a:t>
            </a:r>
          </a:p>
        </p:txBody>
      </p:sp>
      <p:sp>
        <p:nvSpPr>
          <p:cNvPr id="35" name="Bildplatzhalter 5">
            <a:extLst>
              <a:ext uri="{FF2B5EF4-FFF2-40B4-BE49-F238E27FC236}">
                <a16:creationId xmlns:a16="http://schemas.microsoft.com/office/drawing/2014/main" id="{1451255A-888A-5635-ECD5-3307F978421B}"/>
              </a:ext>
            </a:extLst>
          </p:cNvPr>
          <p:cNvSpPr>
            <a:spLocks noGrp="1"/>
          </p:cNvSpPr>
          <p:nvPr>
            <p:ph type="pic" sz="quarter" idx="30"/>
          </p:nvPr>
        </p:nvSpPr>
        <p:spPr>
          <a:xfrm>
            <a:off x="8711634" y="4878000"/>
            <a:ext cx="1008000" cy="216000"/>
          </a:xfrm>
        </p:spPr>
        <p:txBody>
          <a:bodyPr/>
          <a:lstStyle/>
          <a:p>
            <a:endParaRPr lang="de-DE"/>
          </a:p>
        </p:txBody>
      </p:sp>
      <p:sp>
        <p:nvSpPr>
          <p:cNvPr id="36" name="Textplatzhalter 6">
            <a:extLst>
              <a:ext uri="{FF2B5EF4-FFF2-40B4-BE49-F238E27FC236}">
                <a16:creationId xmlns:a16="http://schemas.microsoft.com/office/drawing/2014/main" id="{85313B27-7159-5443-710A-2763A10DE67B}"/>
              </a:ext>
            </a:extLst>
          </p:cNvPr>
          <p:cNvSpPr>
            <a:spLocks noGrp="1"/>
          </p:cNvSpPr>
          <p:nvPr>
            <p:ph type="body" sz="quarter" idx="31"/>
          </p:nvPr>
        </p:nvSpPr>
        <p:spPr>
          <a:xfrm>
            <a:off x="8639634" y="4230000"/>
            <a:ext cx="3240000" cy="288000"/>
          </a:xfrm>
        </p:spPr>
        <p:txBody>
          <a:bodyPr anchor="ctr"/>
          <a:lstStyle>
            <a:lvl1pPr>
              <a:defRPr sz="1200"/>
            </a:lvl1pPr>
          </a:lstStyle>
          <a:p>
            <a:pPr lvl="0"/>
            <a:r>
              <a:rPr lang="de-DE"/>
              <a:t>Mastertextformat bearbeiten</a:t>
            </a:r>
          </a:p>
        </p:txBody>
      </p:sp>
      <p:sp>
        <p:nvSpPr>
          <p:cNvPr id="37" name="Textplatzhalter 6">
            <a:extLst>
              <a:ext uri="{FF2B5EF4-FFF2-40B4-BE49-F238E27FC236}">
                <a16:creationId xmlns:a16="http://schemas.microsoft.com/office/drawing/2014/main" id="{371F8F5D-0028-6427-A323-57C1392F4288}"/>
              </a:ext>
            </a:extLst>
          </p:cNvPr>
          <p:cNvSpPr>
            <a:spLocks noGrp="1"/>
          </p:cNvSpPr>
          <p:nvPr>
            <p:ph type="body" sz="quarter" idx="32"/>
          </p:nvPr>
        </p:nvSpPr>
        <p:spPr>
          <a:xfrm>
            <a:off x="8639634" y="4518000"/>
            <a:ext cx="3240000" cy="288000"/>
          </a:xfrm>
        </p:spPr>
        <p:txBody>
          <a:bodyPr anchor="ctr"/>
          <a:lstStyle>
            <a:lvl1pPr>
              <a:defRPr sz="1200"/>
            </a:lvl1pPr>
          </a:lstStyle>
          <a:p>
            <a:pPr lvl="0"/>
            <a:r>
              <a:rPr lang="de-DE"/>
              <a:t>Mastertextformat bearbeiten</a:t>
            </a:r>
          </a:p>
        </p:txBody>
      </p:sp>
      <p:pic>
        <p:nvPicPr>
          <p:cNvPr id="38" name="Grafik 37" descr="Chat mit einfarbiger Füllung">
            <a:extLst>
              <a:ext uri="{FF2B5EF4-FFF2-40B4-BE49-F238E27FC236}">
                <a16:creationId xmlns:a16="http://schemas.microsoft.com/office/drawing/2014/main" id="{9F61D925-1566-48BC-2554-CFE57C67D79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382113" y="4266000"/>
            <a:ext cx="216000" cy="216000"/>
          </a:xfrm>
          <a:prstGeom prst="rect">
            <a:avLst/>
          </a:prstGeom>
        </p:spPr>
      </p:pic>
      <p:pic>
        <p:nvPicPr>
          <p:cNvPr id="39" name="Grafik 38" descr="Freisprechanlage mit einfarbiger Füllung">
            <a:extLst>
              <a:ext uri="{FF2B5EF4-FFF2-40B4-BE49-F238E27FC236}">
                <a16:creationId xmlns:a16="http://schemas.microsoft.com/office/drawing/2014/main" id="{85E281AD-9228-CF75-707B-88D22F90CFAB}"/>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382113" y="4554253"/>
            <a:ext cx="216000" cy="216000"/>
          </a:xfrm>
          <a:prstGeom prst="rect">
            <a:avLst/>
          </a:prstGeom>
        </p:spPr>
      </p:pic>
      <p:pic>
        <p:nvPicPr>
          <p:cNvPr id="40" name="Grafik 39" descr="Aktenkoffer mit einfarbiger Füllung">
            <a:extLst>
              <a:ext uri="{FF2B5EF4-FFF2-40B4-BE49-F238E27FC236}">
                <a16:creationId xmlns:a16="http://schemas.microsoft.com/office/drawing/2014/main" id="{1FD43607-7EC1-4758-9214-3CA0D22BBE0A}"/>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8382113" y="3973181"/>
            <a:ext cx="216000" cy="216000"/>
          </a:xfrm>
          <a:prstGeom prst="rect">
            <a:avLst/>
          </a:prstGeom>
        </p:spPr>
      </p:pic>
      <p:pic>
        <p:nvPicPr>
          <p:cNvPr id="41" name="Grafik 40" descr="Online-Netzwerk mit einfarbiger Füllung">
            <a:extLst>
              <a:ext uri="{FF2B5EF4-FFF2-40B4-BE49-F238E27FC236}">
                <a16:creationId xmlns:a16="http://schemas.microsoft.com/office/drawing/2014/main" id="{909AE054-DC3E-8C89-E46E-9FD600E84238}"/>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8382113" y="4847072"/>
            <a:ext cx="216000" cy="216000"/>
          </a:xfrm>
          <a:prstGeom prst="rect">
            <a:avLst/>
          </a:prstGeom>
        </p:spPr>
      </p:pic>
    </p:spTree>
    <p:extLst>
      <p:ext uri="{BB962C8B-B14F-4D97-AF65-F5344CB8AC3E}">
        <p14:creationId xmlns:p14="http://schemas.microsoft.com/office/powerpoint/2010/main" val="9534525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Benutzerdefiniertes Layout">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E716D742-5AE4-AE1C-147B-7B319C6C2D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26" r="226"/>
          <a:stretch/>
        </p:blipFill>
        <p:spPr>
          <a:xfrm>
            <a:off x="0" y="1"/>
            <a:ext cx="12192000" cy="6888184"/>
          </a:xfrm>
          <a:prstGeom prst="rect">
            <a:avLst/>
          </a:prstGeom>
        </p:spPr>
      </p:pic>
      <p:sp>
        <p:nvSpPr>
          <p:cNvPr id="5" name="Rechteck 4">
            <a:extLst>
              <a:ext uri="{FF2B5EF4-FFF2-40B4-BE49-F238E27FC236}">
                <a16:creationId xmlns:a16="http://schemas.microsoft.com/office/drawing/2014/main" id="{0A416A59-2375-AAE1-4356-E7ABCFC243E0}"/>
              </a:ext>
            </a:extLst>
          </p:cNvPr>
          <p:cNvSpPr/>
          <p:nvPr userDrawn="1"/>
        </p:nvSpPr>
        <p:spPr>
          <a:xfrm rot="864600">
            <a:off x="-895809" y="-1812761"/>
            <a:ext cx="7768645" cy="10001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sz="1801"/>
          </a:p>
        </p:txBody>
      </p:sp>
      <p:sp>
        <p:nvSpPr>
          <p:cNvPr id="3" name="Fußzeilenplatzhalter 2">
            <a:extLst>
              <a:ext uri="{FF2B5EF4-FFF2-40B4-BE49-F238E27FC236}">
                <a16:creationId xmlns:a16="http://schemas.microsoft.com/office/drawing/2014/main" id="{04ECAC39-2EC0-EBC9-9AAC-FAF1DB064C6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2" name="Titel 1">
            <a:extLst>
              <a:ext uri="{FF2B5EF4-FFF2-40B4-BE49-F238E27FC236}">
                <a16:creationId xmlns:a16="http://schemas.microsoft.com/office/drawing/2014/main" id="{2D4E7F43-570C-2862-5ABC-3FCB4337C84D}"/>
              </a:ext>
            </a:extLst>
          </p:cNvPr>
          <p:cNvSpPr>
            <a:spLocks noGrp="1"/>
          </p:cNvSpPr>
          <p:nvPr>
            <p:ph type="title"/>
          </p:nvPr>
        </p:nvSpPr>
        <p:spPr>
          <a:xfrm>
            <a:off x="359999" y="360000"/>
            <a:ext cx="5257030" cy="648000"/>
          </a:xfrm>
        </p:spPr>
        <p:txBody>
          <a:bodyPr/>
          <a:lstStyle/>
          <a:p>
            <a:r>
              <a:rPr lang="de-DE"/>
              <a:t>Mastertitelformat bearbeiten</a:t>
            </a:r>
          </a:p>
        </p:txBody>
      </p:sp>
      <p:sp>
        <p:nvSpPr>
          <p:cNvPr id="10" name="Inhaltsplatzhalter 9">
            <a:extLst>
              <a:ext uri="{FF2B5EF4-FFF2-40B4-BE49-F238E27FC236}">
                <a16:creationId xmlns:a16="http://schemas.microsoft.com/office/drawing/2014/main" id="{11B67964-6CB7-19A8-1A3E-FC49CA067517}"/>
              </a:ext>
            </a:extLst>
          </p:cNvPr>
          <p:cNvSpPr>
            <a:spLocks noGrp="1"/>
          </p:cNvSpPr>
          <p:nvPr>
            <p:ph sz="quarter" idx="11"/>
          </p:nvPr>
        </p:nvSpPr>
        <p:spPr>
          <a:xfrm>
            <a:off x="360363" y="1260000"/>
            <a:ext cx="55800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Rechteck 10">
            <a:extLst>
              <a:ext uri="{FF2B5EF4-FFF2-40B4-BE49-F238E27FC236}">
                <a16:creationId xmlns:a16="http://schemas.microsoft.com/office/drawing/2014/main" id="{81C63A4E-7B67-4ED0-FEF2-33C0768D37DD}"/>
              </a:ext>
            </a:extLst>
          </p:cNvPr>
          <p:cNvSpPr/>
          <p:nvPr userDrawn="1"/>
        </p:nvSpPr>
        <p:spPr bwMode="auto">
          <a:xfrm>
            <a:off x="9540000" y="6120001"/>
            <a:ext cx="996416" cy="489698"/>
          </a:xfrm>
          <a:prstGeom prst="rect">
            <a:avLst/>
          </a:prstGeom>
          <a:solidFill>
            <a:schemeClr val="bg1"/>
          </a:solidFill>
          <a:ln>
            <a:noFill/>
          </a:ln>
          <a:effectLst/>
        </p:spPr>
        <p:txBody>
          <a:bodyPr wrap="square" lIns="72000" tIns="72000" rIns="72000" bIns="72000" numCol="1" spcCol="72000" rtlCol="0" anchor="ctr">
            <a:noAutofit/>
          </a:bodyPr>
          <a:lstStyle/>
          <a:p>
            <a:pPr algn="ctr">
              <a:lnSpc>
                <a:spcPct val="110000"/>
              </a:lnSpc>
              <a:spcBef>
                <a:spcPct val="0"/>
              </a:spcBef>
              <a:buFont typeface="Wingdings" charset="0"/>
              <a:buNone/>
            </a:pPr>
            <a:endParaRPr lang="de-DE" sz="1401">
              <a:solidFill>
                <a:schemeClr val="bg1"/>
              </a:solidFill>
              <a:latin typeface="+mn-lt"/>
              <a:ea typeface="Arial Unicode MS" panose="020B0604020202020204" pitchFamily="34" charset="-128"/>
              <a:cs typeface="Arial Unicode MS" panose="020B0604020202020204" pitchFamily="34" charset="-128"/>
            </a:endParaRPr>
          </a:p>
        </p:txBody>
      </p:sp>
      <p:pic>
        <p:nvPicPr>
          <p:cNvPr id="12" name="Grafik 11">
            <a:extLst>
              <a:ext uri="{FF2B5EF4-FFF2-40B4-BE49-F238E27FC236}">
                <a16:creationId xmlns:a16="http://schemas.microsoft.com/office/drawing/2014/main" id="{1223D4EB-4EDB-283D-4081-1B1A9802BC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540000" y="6120002"/>
            <a:ext cx="996416" cy="489699"/>
          </a:xfrm>
          <a:prstGeom prst="rect">
            <a:avLst/>
          </a:prstGeom>
        </p:spPr>
      </p:pic>
      <p:pic>
        <p:nvPicPr>
          <p:cNvPr id="13" name="Grafik 12">
            <a:extLst>
              <a:ext uri="{FF2B5EF4-FFF2-40B4-BE49-F238E27FC236}">
                <a16:creationId xmlns:a16="http://schemas.microsoft.com/office/drawing/2014/main" id="{8048EFF6-7E76-E665-140E-9B3261EC819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64000" y="6264000"/>
            <a:ext cx="996126" cy="259920"/>
          </a:xfrm>
          <a:prstGeom prst="rect">
            <a:avLst/>
          </a:prstGeom>
        </p:spPr>
      </p:pic>
    </p:spTree>
    <p:extLst>
      <p:ext uri="{BB962C8B-B14F-4D97-AF65-F5344CB8AC3E}">
        <p14:creationId xmlns:p14="http://schemas.microsoft.com/office/powerpoint/2010/main" val="21139649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elfolie Brücke weiß">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D7A3BD1-8711-0B34-60B1-E0A028BC502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26" r="226"/>
          <a:stretch/>
        </p:blipFill>
        <p:spPr>
          <a:xfrm>
            <a:off x="0" y="-55533"/>
            <a:ext cx="12370857" cy="6989233"/>
          </a:xfrm>
          <a:prstGeom prst="rect">
            <a:avLst/>
          </a:prstGeom>
        </p:spPr>
      </p:pic>
      <p:sp>
        <p:nvSpPr>
          <p:cNvPr id="13" name="Textplatzhalter 12">
            <a:extLst>
              <a:ext uri="{FF2B5EF4-FFF2-40B4-BE49-F238E27FC236}">
                <a16:creationId xmlns:a16="http://schemas.microsoft.com/office/drawing/2014/main" id="{3C9FC961-F052-2EEB-2D29-9F1241CB0F38}"/>
              </a:ext>
            </a:extLst>
          </p:cNvPr>
          <p:cNvSpPr>
            <a:spLocks noGrp="1"/>
          </p:cNvSpPr>
          <p:nvPr>
            <p:ph type="body" sz="quarter" idx="10" hasCustomPrompt="1"/>
          </p:nvPr>
        </p:nvSpPr>
        <p:spPr>
          <a:xfrm>
            <a:off x="2" y="3843338"/>
            <a:ext cx="9945394" cy="2393950"/>
          </a:xfrm>
          <a:solidFill>
            <a:schemeClr val="bg1">
              <a:alpha val="72000"/>
            </a:schemeClr>
          </a:solidFill>
        </p:spPr>
        <p:txBody>
          <a:bodyPr lIns="612000" tIns="216000">
            <a:normAutofit/>
          </a:bodyPr>
          <a:lstStyle>
            <a:lvl1pPr>
              <a:defRPr sz="3200" b="1" cap="all" baseline="0"/>
            </a:lvl1pPr>
          </a:lstStyle>
          <a:p>
            <a:pPr lvl="0"/>
            <a:r>
              <a:rPr lang="de-DE"/>
              <a:t>Titel mit bis zu 2 </a:t>
            </a:r>
            <a:r>
              <a:rPr lang="de-DE" err="1"/>
              <a:t>zeilen</a:t>
            </a:r>
            <a:r>
              <a:rPr lang="de-DE"/>
              <a:t> </a:t>
            </a:r>
            <a:r>
              <a:rPr lang="de-DE" err="1"/>
              <a:t>Lorem</a:t>
            </a:r>
            <a:r>
              <a:rPr lang="de-DE"/>
              <a:t> </a:t>
            </a:r>
            <a:r>
              <a:rPr lang="de-DE" err="1"/>
              <a:t>ipsum</a:t>
            </a:r>
            <a:r>
              <a:rPr lang="de-DE"/>
              <a:t> </a:t>
            </a:r>
            <a:r>
              <a:rPr lang="de-DE" err="1"/>
              <a:t>dolor</a:t>
            </a:r>
            <a:r>
              <a:rPr lang="de-DE"/>
              <a:t> am</a:t>
            </a:r>
          </a:p>
        </p:txBody>
      </p:sp>
      <p:sp>
        <p:nvSpPr>
          <p:cNvPr id="16" name="Textplatzhalter 15">
            <a:extLst>
              <a:ext uri="{FF2B5EF4-FFF2-40B4-BE49-F238E27FC236}">
                <a16:creationId xmlns:a16="http://schemas.microsoft.com/office/drawing/2014/main" id="{D1ACE50C-92C7-BE14-1867-192E6EEFBEED}"/>
              </a:ext>
            </a:extLst>
          </p:cNvPr>
          <p:cNvSpPr>
            <a:spLocks noGrp="1"/>
          </p:cNvSpPr>
          <p:nvPr>
            <p:ph type="body" sz="quarter" idx="11" hasCustomPrompt="1"/>
          </p:nvPr>
        </p:nvSpPr>
        <p:spPr>
          <a:xfrm>
            <a:off x="627143" y="5300666"/>
            <a:ext cx="8295769" cy="936625"/>
          </a:xfrm>
        </p:spPr>
        <p:txBody>
          <a:bodyPr>
            <a:normAutofit/>
          </a:bodyPr>
          <a:lstStyle>
            <a:lvl1pPr>
              <a:defRPr sz="2400"/>
            </a:lvl1pPr>
          </a:lstStyle>
          <a:p>
            <a:pPr marL="0" marR="0" lvl="0" indent="0" algn="l" defTabSz="913783" rtl="0" eaLnBrk="1" fontAlgn="auto" latinLnBrk="0" hangingPunct="1">
              <a:lnSpc>
                <a:spcPct val="110000"/>
              </a:lnSpc>
              <a:spcBef>
                <a:spcPts val="0"/>
              </a:spcBef>
              <a:spcAft>
                <a:spcPts val="0"/>
              </a:spcAft>
              <a:buClrTx/>
              <a:buSzTx/>
              <a:buFont typeface="Arial" panose="020B0604020202020204" pitchFamily="34" charset="0"/>
              <a:buNone/>
              <a:tabLst/>
              <a:defRPr/>
            </a:pPr>
            <a:r>
              <a:rPr lang="de-DE" sz="2400">
                <a:latin typeface="+mn-lt"/>
                <a:ea typeface="Arial Unicode MS" panose="020B0604020202020204" pitchFamily="34" charset="-128"/>
                <a:cs typeface="Arial Unicode MS" panose="020B0604020202020204" pitchFamily="34" charset="-128"/>
              </a:rPr>
              <a:t>Unterzeile für Ort, Datum, </a:t>
            </a:r>
            <a:r>
              <a:rPr lang="de-DE" sz="2400" err="1">
                <a:latin typeface="+mn-lt"/>
                <a:ea typeface="Arial Unicode MS" panose="020B0604020202020204" pitchFamily="34" charset="-128"/>
                <a:cs typeface="Arial Unicode MS" panose="020B0604020202020204" pitchFamily="34" charset="-128"/>
              </a:rPr>
              <a:t>ReferentIn</a:t>
            </a:r>
            <a:endParaRPr lang="de-DE" sz="2400">
              <a:latin typeface="+mn-lt"/>
              <a:ea typeface="Arial Unicode MS" panose="020B0604020202020204" pitchFamily="34" charset="-128"/>
              <a:cs typeface="Arial Unicode MS" panose="020B0604020202020204" pitchFamily="34" charset="-128"/>
            </a:endParaRPr>
          </a:p>
        </p:txBody>
      </p:sp>
      <p:pic>
        <p:nvPicPr>
          <p:cNvPr id="7" name="Grafik 6">
            <a:extLst>
              <a:ext uri="{FF2B5EF4-FFF2-40B4-BE49-F238E27FC236}">
                <a16:creationId xmlns:a16="http://schemas.microsoft.com/office/drawing/2014/main" id="{53E346FC-76E4-43D1-D6EE-3F884526CA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965" b="965"/>
          <a:stretch/>
        </p:blipFill>
        <p:spPr>
          <a:xfrm>
            <a:off x="8330699" y="333378"/>
            <a:ext cx="3220102" cy="561975"/>
          </a:xfrm>
          <a:prstGeom prst="rect">
            <a:avLst/>
          </a:prstGeom>
        </p:spPr>
      </p:pic>
    </p:spTree>
    <p:extLst>
      <p:ext uri="{BB962C8B-B14F-4D97-AF65-F5344CB8AC3E}">
        <p14:creationId xmlns:p14="http://schemas.microsoft.com/office/powerpoint/2010/main" val="249323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AQs">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D7A3BD1-8711-0B34-60B1-E0A028BC502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26" r="226"/>
          <a:stretch/>
        </p:blipFill>
        <p:spPr>
          <a:xfrm>
            <a:off x="0" y="-55533"/>
            <a:ext cx="12370857" cy="6989233"/>
          </a:xfrm>
          <a:prstGeom prst="rect">
            <a:avLst/>
          </a:prstGeom>
        </p:spPr>
      </p:pic>
      <p:sp>
        <p:nvSpPr>
          <p:cNvPr id="13" name="Textplatzhalter 12">
            <a:extLst>
              <a:ext uri="{FF2B5EF4-FFF2-40B4-BE49-F238E27FC236}">
                <a16:creationId xmlns:a16="http://schemas.microsoft.com/office/drawing/2014/main" id="{3C9FC961-F052-2EEB-2D29-9F1241CB0F38}"/>
              </a:ext>
            </a:extLst>
          </p:cNvPr>
          <p:cNvSpPr>
            <a:spLocks noGrp="1"/>
          </p:cNvSpPr>
          <p:nvPr>
            <p:ph type="body" sz="quarter" idx="10" hasCustomPrompt="1"/>
          </p:nvPr>
        </p:nvSpPr>
        <p:spPr>
          <a:xfrm>
            <a:off x="2" y="3843338"/>
            <a:ext cx="9945394" cy="2393950"/>
          </a:xfrm>
          <a:solidFill>
            <a:schemeClr val="bg1">
              <a:alpha val="72000"/>
            </a:schemeClr>
          </a:solidFill>
        </p:spPr>
        <p:txBody>
          <a:bodyPr lIns="612000" tIns="216000">
            <a:normAutofit/>
          </a:bodyPr>
          <a:lstStyle>
            <a:lvl1pPr>
              <a:defRPr sz="4400" b="1" cap="all" baseline="0"/>
            </a:lvl1pPr>
          </a:lstStyle>
          <a:p>
            <a:pPr lvl="0"/>
            <a:r>
              <a:rPr lang="de-DE"/>
              <a:t>Q&amp;A</a:t>
            </a:r>
          </a:p>
        </p:txBody>
      </p:sp>
      <p:sp>
        <p:nvSpPr>
          <p:cNvPr id="16" name="Textplatzhalter 15">
            <a:extLst>
              <a:ext uri="{FF2B5EF4-FFF2-40B4-BE49-F238E27FC236}">
                <a16:creationId xmlns:a16="http://schemas.microsoft.com/office/drawing/2014/main" id="{D1ACE50C-92C7-BE14-1867-192E6EEFBEED}"/>
              </a:ext>
            </a:extLst>
          </p:cNvPr>
          <p:cNvSpPr>
            <a:spLocks noGrp="1"/>
          </p:cNvSpPr>
          <p:nvPr>
            <p:ph type="body" sz="quarter" idx="11" hasCustomPrompt="1"/>
          </p:nvPr>
        </p:nvSpPr>
        <p:spPr>
          <a:xfrm>
            <a:off x="627144" y="5300666"/>
            <a:ext cx="6117433" cy="936625"/>
          </a:xfrm>
        </p:spPr>
        <p:txBody>
          <a:bodyPr>
            <a:normAutofit/>
          </a:bodyPr>
          <a:lstStyle>
            <a:lvl1pPr>
              <a:defRPr sz="2400"/>
            </a:lvl1pPr>
          </a:lstStyle>
          <a:p>
            <a:pPr marL="0" marR="0" lvl="0" indent="0" algn="l" defTabSz="913783" rtl="0" eaLnBrk="1" fontAlgn="auto" latinLnBrk="0" hangingPunct="1">
              <a:lnSpc>
                <a:spcPct val="110000"/>
              </a:lnSpc>
              <a:spcBef>
                <a:spcPts val="0"/>
              </a:spcBef>
              <a:spcAft>
                <a:spcPts val="0"/>
              </a:spcAft>
              <a:buClrTx/>
              <a:buSzTx/>
              <a:buFont typeface="Arial" panose="020B0604020202020204" pitchFamily="34" charset="0"/>
              <a:buNone/>
              <a:tabLst/>
              <a:defRPr/>
            </a:pPr>
            <a:r>
              <a:rPr lang="de-DE" sz="2400">
                <a:latin typeface="+mn-lt"/>
                <a:ea typeface="Arial Unicode MS" panose="020B0604020202020204" pitchFamily="34" charset="-128"/>
                <a:cs typeface="Arial Unicode MS" panose="020B0604020202020204" pitchFamily="34" charset="-128"/>
              </a:rPr>
              <a:t>Fragen und Antworten</a:t>
            </a:r>
          </a:p>
        </p:txBody>
      </p:sp>
      <p:pic>
        <p:nvPicPr>
          <p:cNvPr id="5" name="Grafik 4">
            <a:extLst>
              <a:ext uri="{FF2B5EF4-FFF2-40B4-BE49-F238E27FC236}">
                <a16:creationId xmlns:a16="http://schemas.microsoft.com/office/drawing/2014/main" id="{5DCD6812-837E-11CD-4FAD-62DD8D19C5F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965" b="965"/>
          <a:stretch/>
        </p:blipFill>
        <p:spPr>
          <a:xfrm>
            <a:off x="8330699" y="333378"/>
            <a:ext cx="3220102" cy="561975"/>
          </a:xfrm>
          <a:prstGeom prst="rect">
            <a:avLst/>
          </a:prstGeom>
        </p:spPr>
      </p:pic>
    </p:spTree>
    <p:extLst>
      <p:ext uri="{BB962C8B-B14F-4D97-AF65-F5344CB8AC3E}">
        <p14:creationId xmlns:p14="http://schemas.microsoft.com/office/powerpoint/2010/main" val="26278210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D7A3BD1-8711-0B34-60B1-E0A028BC502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26" r="226"/>
          <a:stretch/>
        </p:blipFill>
        <p:spPr>
          <a:xfrm>
            <a:off x="0" y="-55533"/>
            <a:ext cx="12370857" cy="6989233"/>
          </a:xfrm>
          <a:prstGeom prst="rect">
            <a:avLst/>
          </a:prstGeom>
        </p:spPr>
      </p:pic>
      <p:sp>
        <p:nvSpPr>
          <p:cNvPr id="13" name="Textplatzhalter 12">
            <a:extLst>
              <a:ext uri="{FF2B5EF4-FFF2-40B4-BE49-F238E27FC236}">
                <a16:creationId xmlns:a16="http://schemas.microsoft.com/office/drawing/2014/main" id="{3C9FC961-F052-2EEB-2D29-9F1241CB0F38}"/>
              </a:ext>
            </a:extLst>
          </p:cNvPr>
          <p:cNvSpPr>
            <a:spLocks noGrp="1"/>
          </p:cNvSpPr>
          <p:nvPr>
            <p:ph type="body" sz="quarter" idx="10" hasCustomPrompt="1"/>
          </p:nvPr>
        </p:nvSpPr>
        <p:spPr>
          <a:xfrm>
            <a:off x="2" y="1449388"/>
            <a:ext cx="9945394" cy="4787900"/>
          </a:xfrm>
          <a:solidFill>
            <a:schemeClr val="bg1">
              <a:alpha val="72000"/>
            </a:schemeClr>
          </a:solidFill>
        </p:spPr>
        <p:txBody>
          <a:bodyPr lIns="612000" tIns="720000" anchor="t">
            <a:normAutofit/>
          </a:bodyPr>
          <a:lstStyle>
            <a:lvl1pPr marL="342908" indent="-342908">
              <a:lnSpc>
                <a:spcPct val="130000"/>
              </a:lnSpc>
              <a:spcAft>
                <a:spcPts val="601"/>
              </a:spcAft>
              <a:buFont typeface="Arial" panose="020B0604020202020204" pitchFamily="34" charset="0"/>
              <a:buChar char="•"/>
              <a:defRPr sz="2400" b="1" cap="none" baseline="0"/>
            </a:lvl1pPr>
          </a:lstStyle>
          <a:p>
            <a:pPr lvl="0"/>
            <a:r>
              <a:rPr lang="de-DE" err="1"/>
              <a:t>Agendapunkt</a:t>
            </a:r>
            <a:r>
              <a:rPr lang="de-DE"/>
              <a:t> 1</a:t>
            </a:r>
          </a:p>
          <a:p>
            <a:pPr lvl="0"/>
            <a:r>
              <a:rPr lang="de-DE" err="1"/>
              <a:t>Agendapunkt</a:t>
            </a:r>
            <a:r>
              <a:rPr lang="de-DE"/>
              <a:t> 2</a:t>
            </a:r>
          </a:p>
          <a:p>
            <a:pPr lvl="0"/>
            <a:r>
              <a:rPr lang="de-DE" err="1"/>
              <a:t>Agendapunkt</a:t>
            </a:r>
            <a:r>
              <a:rPr lang="de-DE"/>
              <a:t> 3</a:t>
            </a:r>
          </a:p>
        </p:txBody>
      </p:sp>
      <p:pic>
        <p:nvPicPr>
          <p:cNvPr id="7" name="Grafik 6">
            <a:extLst>
              <a:ext uri="{FF2B5EF4-FFF2-40B4-BE49-F238E27FC236}">
                <a16:creationId xmlns:a16="http://schemas.microsoft.com/office/drawing/2014/main" id="{53E346FC-76E4-43D1-D6EE-3F884526CA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965" b="965"/>
          <a:stretch/>
        </p:blipFill>
        <p:spPr>
          <a:xfrm>
            <a:off x="8330699" y="333378"/>
            <a:ext cx="3220102" cy="561975"/>
          </a:xfrm>
          <a:prstGeom prst="rect">
            <a:avLst/>
          </a:prstGeom>
        </p:spPr>
      </p:pic>
    </p:spTree>
    <p:extLst>
      <p:ext uri="{BB962C8B-B14F-4D97-AF65-F5344CB8AC3E}">
        <p14:creationId xmlns:p14="http://schemas.microsoft.com/office/powerpoint/2010/main" val="9677284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Full bleed color Deep Blue">
    <p:bg>
      <p:bgRef idx="1001">
        <a:schemeClr val="bg2"/>
      </p:bgRef>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7008C298-1208-B694-470A-8668583D9E2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226" r="226"/>
          <a:stretch/>
        </p:blipFill>
        <p:spPr>
          <a:xfrm>
            <a:off x="0" y="1"/>
            <a:ext cx="12192000" cy="6888184"/>
          </a:xfrm>
          <a:prstGeom prst="rect">
            <a:avLst/>
          </a:prstGeom>
        </p:spPr>
      </p:pic>
      <p:sp>
        <p:nvSpPr>
          <p:cNvPr id="5" name="Rechteck 4">
            <a:extLst>
              <a:ext uri="{FF2B5EF4-FFF2-40B4-BE49-F238E27FC236}">
                <a16:creationId xmlns:a16="http://schemas.microsoft.com/office/drawing/2014/main" id="{E79BD88E-CF69-A910-8E98-9502BE38C22E}"/>
              </a:ext>
            </a:extLst>
          </p:cNvPr>
          <p:cNvSpPr/>
          <p:nvPr userDrawn="1"/>
        </p:nvSpPr>
        <p:spPr bwMode="auto">
          <a:xfrm>
            <a:off x="9540000" y="6120001"/>
            <a:ext cx="996416" cy="489698"/>
          </a:xfrm>
          <a:prstGeom prst="rect">
            <a:avLst/>
          </a:prstGeom>
          <a:solidFill>
            <a:schemeClr val="bg1"/>
          </a:solidFill>
          <a:ln>
            <a:noFill/>
          </a:ln>
          <a:effectLst/>
        </p:spPr>
        <p:txBody>
          <a:bodyPr wrap="square" lIns="72000" tIns="72000" rIns="72000" bIns="72000" numCol="1" spcCol="72000" rtlCol="0" anchor="ctr">
            <a:noAutofit/>
          </a:bodyPr>
          <a:lstStyle/>
          <a:p>
            <a:pPr algn="ctr">
              <a:lnSpc>
                <a:spcPct val="110000"/>
              </a:lnSpc>
              <a:spcBef>
                <a:spcPct val="0"/>
              </a:spcBef>
              <a:buFont typeface="Wingdings" charset="0"/>
              <a:buNone/>
            </a:pPr>
            <a:endParaRPr lang="de-DE" sz="1401">
              <a:solidFill>
                <a:schemeClr val="bg1"/>
              </a:solidFill>
              <a:latin typeface="+mn-lt"/>
              <a:ea typeface="Arial Unicode MS" panose="020B0604020202020204" pitchFamily="34" charset="-128"/>
              <a:cs typeface="Arial Unicode MS" panose="020B0604020202020204" pitchFamily="34" charset="-128"/>
            </a:endParaRPr>
          </a:p>
        </p:txBody>
      </p:sp>
      <p:pic>
        <p:nvPicPr>
          <p:cNvPr id="6" name="Grafik 5">
            <a:extLst>
              <a:ext uri="{FF2B5EF4-FFF2-40B4-BE49-F238E27FC236}">
                <a16:creationId xmlns:a16="http://schemas.microsoft.com/office/drawing/2014/main" id="{A11C9302-D0BF-13D1-93FC-9B4174CA417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540000" y="6120002"/>
            <a:ext cx="996416" cy="489699"/>
          </a:xfrm>
          <a:prstGeom prst="rect">
            <a:avLst/>
          </a:prstGeom>
        </p:spPr>
      </p:pic>
      <p:pic>
        <p:nvPicPr>
          <p:cNvPr id="7" name="Grafik 6">
            <a:extLst>
              <a:ext uri="{FF2B5EF4-FFF2-40B4-BE49-F238E27FC236}">
                <a16:creationId xmlns:a16="http://schemas.microsoft.com/office/drawing/2014/main" id="{8C45540D-E2A2-7E49-2BC3-0D348085B5B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64000" y="6264000"/>
            <a:ext cx="996126" cy="259920"/>
          </a:xfrm>
          <a:prstGeom prst="rect">
            <a:avLst/>
          </a:prstGeom>
        </p:spPr>
      </p:pic>
      <p:sp>
        <p:nvSpPr>
          <p:cNvPr id="2" name="Fußzeilenplatzhalter 1">
            <a:extLst>
              <a:ext uri="{FF2B5EF4-FFF2-40B4-BE49-F238E27FC236}">
                <a16:creationId xmlns:a16="http://schemas.microsoft.com/office/drawing/2014/main" id="{3FFD895D-49BA-3745-A9F1-3DC8F9F6DBAB}"/>
              </a:ext>
            </a:extLst>
          </p:cNvPr>
          <p:cNvSpPr>
            <a:spLocks noGrp="1"/>
          </p:cNvSpPr>
          <p:nvPr>
            <p:ph type="ftr" sz="quarter" idx="10"/>
          </p:nvPr>
        </p:nvSpPr>
        <p:spPr/>
        <p:txBody>
          <a:bodyPr/>
          <a:lstStyle>
            <a:lvl1pPr>
              <a:defRPr>
                <a:solidFill>
                  <a:schemeClr val="tx1"/>
                </a:solidFill>
              </a:defRPr>
            </a:lvl1pPr>
          </a:lstStyle>
          <a:p>
            <a:pPr defTabSz="914332">
              <a:buClr>
                <a:srgbClr val="009999"/>
              </a:buClr>
            </a:pPr>
            <a:r>
              <a:rPr lang="en-US" kern="0"/>
              <a:t>© BCT Technology AG 2026</a:t>
            </a:r>
          </a:p>
        </p:txBody>
      </p:sp>
    </p:spTree>
    <p:extLst>
      <p:ext uri="{BB962C8B-B14F-4D97-AF65-F5344CB8AC3E}">
        <p14:creationId xmlns:p14="http://schemas.microsoft.com/office/powerpoint/2010/main" val="10468319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58"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3"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4" userDrawn="1">
          <p15:clr>
            <a:srgbClr val="65CEFF"/>
          </p15:clr>
        </p15:guide>
        <p15:guide id="18" orient="horz" pos="4157" userDrawn="1">
          <p15:clr>
            <a:srgbClr val="65CEF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1_Benutzerdefiniertes Layout">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E6954F21-4D13-3A6D-F7EB-F5B2FA3CD73D}"/>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99991833-C612-E79C-1FEC-46521AB4DF41}"/>
              </a:ext>
            </a:extLst>
          </p:cNvPr>
          <p:cNvSpPr>
            <a:spLocks noGrp="1"/>
          </p:cNvSpPr>
          <p:nvPr>
            <p:ph type="pic" sz="quarter" idx="11"/>
          </p:nvPr>
        </p:nvSpPr>
        <p:spPr>
          <a:xfrm>
            <a:off x="2160000" y="2790000"/>
            <a:ext cx="1080000" cy="1080000"/>
          </a:xfrm>
        </p:spPr>
        <p:txBody>
          <a:bodyPr/>
          <a:lstStyle/>
          <a:p>
            <a:endParaRPr lang="de-DE"/>
          </a:p>
        </p:txBody>
      </p:sp>
      <p:sp>
        <p:nvSpPr>
          <p:cNvPr id="7" name="Textplatzhalter 6">
            <a:extLst>
              <a:ext uri="{FF2B5EF4-FFF2-40B4-BE49-F238E27FC236}">
                <a16:creationId xmlns:a16="http://schemas.microsoft.com/office/drawing/2014/main" id="{2B765EF3-138E-2434-1FA2-14F99BAF0496}"/>
              </a:ext>
            </a:extLst>
          </p:cNvPr>
          <p:cNvSpPr>
            <a:spLocks noGrp="1"/>
          </p:cNvSpPr>
          <p:nvPr>
            <p:ph type="body" sz="quarter" idx="12"/>
          </p:nvPr>
        </p:nvSpPr>
        <p:spPr>
          <a:xfrm>
            <a:off x="3240000" y="2880000"/>
            <a:ext cx="7200000" cy="900000"/>
          </a:xfrm>
        </p:spPr>
        <p:txBody>
          <a:bodyPr anchor="ctr"/>
          <a:lstStyle>
            <a:lvl1pPr>
              <a:defRPr sz="3200" b="1"/>
            </a:lvl1pPr>
          </a:lstStyle>
          <a:p>
            <a:pPr lvl="0"/>
            <a:r>
              <a:rPr lang="de-DE"/>
              <a:t>Mastertextformat bearbeiten</a:t>
            </a:r>
          </a:p>
        </p:txBody>
      </p:sp>
    </p:spTree>
    <p:extLst>
      <p:ext uri="{BB962C8B-B14F-4D97-AF65-F5344CB8AC3E}">
        <p14:creationId xmlns:p14="http://schemas.microsoft.com/office/powerpoint/2010/main" val="17277163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74453-850C-F6E9-638E-9BEA6573A523}"/>
              </a:ext>
            </a:extLst>
          </p:cNvPr>
          <p:cNvSpPr>
            <a:spLocks noGrp="1"/>
          </p:cNvSpPr>
          <p:nvPr>
            <p:ph type="title"/>
          </p:nvPr>
        </p:nvSpPr>
        <p:spPr/>
        <p:txBody>
          <a:bodyPr/>
          <a:lstStyle/>
          <a:p>
            <a:r>
              <a:rPr lang="en-US"/>
              <a:t>Click to edit Master title style</a:t>
            </a:r>
            <a:endParaRPr lang="de-DE"/>
          </a:p>
        </p:txBody>
      </p:sp>
      <p:sp>
        <p:nvSpPr>
          <p:cNvPr id="3" name="Footer Placeholder 2">
            <a:extLst>
              <a:ext uri="{FF2B5EF4-FFF2-40B4-BE49-F238E27FC236}">
                <a16:creationId xmlns:a16="http://schemas.microsoft.com/office/drawing/2014/main" id="{1188E798-4ECC-4585-4BC7-176E2CEAC9A5}"/>
              </a:ext>
            </a:extLst>
          </p:cNvPr>
          <p:cNvSpPr>
            <a:spLocks noGrp="1"/>
          </p:cNvSpPr>
          <p:nvPr>
            <p:ph type="ftr" sz="quarter" idx="10"/>
          </p:nvPr>
        </p:nvSpPr>
        <p:spPr/>
        <p:txBody>
          <a:bodyPr/>
          <a:lstStyle/>
          <a:p>
            <a:pPr defTabSz="914332">
              <a:buClr>
                <a:srgbClr val="009999"/>
              </a:buClr>
            </a:pPr>
            <a:r>
              <a:rPr lang="en-US" kern="0"/>
              <a:t>© BCT Technology AG 2026</a:t>
            </a:r>
          </a:p>
        </p:txBody>
      </p:sp>
    </p:spTree>
    <p:extLst>
      <p:ext uri="{BB962C8B-B14F-4D97-AF65-F5344CB8AC3E}">
        <p14:creationId xmlns:p14="http://schemas.microsoft.com/office/powerpoint/2010/main" val="8384205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8_Benutzerdefiniertes Layout">
    <p:spTree>
      <p:nvGrpSpPr>
        <p:cNvPr id="1" name=""/>
        <p:cNvGrpSpPr/>
        <p:nvPr/>
      </p:nvGrpSpPr>
      <p:grpSpPr>
        <a:xfrm>
          <a:off x="0" y="0"/>
          <a:ext cx="0" cy="0"/>
          <a:chOff x="0" y="0"/>
          <a:chExt cx="0" cy="0"/>
        </a:xfrm>
      </p:grpSpPr>
      <p:pic>
        <p:nvPicPr>
          <p:cNvPr id="4" name="Bildplatzhalter 5">
            <a:extLst>
              <a:ext uri="{FF2B5EF4-FFF2-40B4-BE49-F238E27FC236}">
                <a16:creationId xmlns:a16="http://schemas.microsoft.com/office/drawing/2014/main" id="{A7713202-55CF-0D3B-B568-9D947C9949CF}"/>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colorTemperature colorTemp="5300"/>
                    </a14:imgEffect>
                    <a14:imgEffect>
                      <a14:brightnessContrast bright="-40000" contrast="-20000"/>
                    </a14:imgEffect>
                  </a14:imgLayer>
                </a14:imgProps>
              </a:ext>
              <a:ext uri="{28A0092B-C50C-407E-A947-70E740481C1C}">
                <a14:useLocalDpi xmlns:a14="http://schemas.microsoft.com/office/drawing/2010/main" val="0"/>
              </a:ext>
            </a:extLst>
          </a:blip>
          <a:srcRect l="9472" r="9472"/>
          <a:stretch/>
        </p:blipFill>
        <p:spPr>
          <a:xfrm>
            <a:off x="1" y="0"/>
            <a:ext cx="6248399" cy="6858000"/>
          </a:xfrm>
          <a:prstGeom prst="rect">
            <a:avLst/>
          </a:prstGeom>
        </p:spPr>
      </p:pic>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cxnSp>
        <p:nvCxnSpPr>
          <p:cNvPr id="5" name="Straight Connector 44">
            <a:extLst>
              <a:ext uri="{FF2B5EF4-FFF2-40B4-BE49-F238E27FC236}">
                <a16:creationId xmlns:a16="http://schemas.microsoft.com/office/drawing/2014/main" id="{B8C6F9FD-B807-C7E9-939F-6D66687B2EFE}"/>
              </a:ext>
            </a:extLst>
          </p:cNvPr>
          <p:cNvCxnSpPr>
            <a:cxnSpLocks/>
          </p:cNvCxnSpPr>
          <p:nvPr userDrawn="1"/>
        </p:nvCxnSpPr>
        <p:spPr>
          <a:xfrm>
            <a:off x="6248401" y="-104775"/>
            <a:ext cx="1" cy="696277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108">
            <a:extLst>
              <a:ext uri="{FF2B5EF4-FFF2-40B4-BE49-F238E27FC236}">
                <a16:creationId xmlns:a16="http://schemas.microsoft.com/office/drawing/2014/main" id="{B37DA458-CEBC-F9B0-2A32-0FFEE713882C}"/>
              </a:ext>
            </a:extLst>
          </p:cNvPr>
          <p:cNvSpPr/>
          <p:nvPr userDrawn="1"/>
        </p:nvSpPr>
        <p:spPr>
          <a:xfrm flipH="1">
            <a:off x="6916497" y="5015461"/>
            <a:ext cx="4651616" cy="815340"/>
          </a:xfrm>
          <a:prstGeom prst="rect">
            <a:avLst/>
          </a:prstGeom>
        </p:spPr>
        <p:txBody>
          <a:bodyPr wrap="square" lIns="0" tIns="0" rIns="0" bIns="0" anchor="ctr">
            <a:noAutofit/>
          </a:bodyPr>
          <a:lstStyle/>
          <a:p>
            <a:endParaRPr lang="de-DE" sz="2400" i="1">
              <a:ln w="3175">
                <a:noFill/>
                <a:prstDash val="sysDot"/>
              </a:ln>
              <a:solidFill>
                <a:schemeClr val="tx1">
                  <a:lumMod val="90000"/>
                  <a:lumOff val="10000"/>
                </a:schemeClr>
              </a:solidFill>
            </a:endParaRPr>
          </a:p>
        </p:txBody>
      </p:sp>
      <p:grpSp>
        <p:nvGrpSpPr>
          <p:cNvPr id="10" name="Group 77">
            <a:extLst>
              <a:ext uri="{FF2B5EF4-FFF2-40B4-BE49-F238E27FC236}">
                <a16:creationId xmlns:a16="http://schemas.microsoft.com/office/drawing/2014/main" id="{36C36FE8-4F0F-F482-05BE-9F439892157D}"/>
              </a:ext>
            </a:extLst>
          </p:cNvPr>
          <p:cNvGrpSpPr/>
          <p:nvPr userDrawn="1"/>
        </p:nvGrpSpPr>
        <p:grpSpPr>
          <a:xfrm>
            <a:off x="5840730" y="4303759"/>
            <a:ext cx="815340" cy="815340"/>
            <a:chOff x="4876800" y="666750"/>
            <a:chExt cx="304800" cy="304800"/>
          </a:xfrm>
        </p:grpSpPr>
        <p:sp>
          <p:nvSpPr>
            <p:cNvPr id="11" name="Oval 78">
              <a:extLst>
                <a:ext uri="{FF2B5EF4-FFF2-40B4-BE49-F238E27FC236}">
                  <a16:creationId xmlns:a16="http://schemas.microsoft.com/office/drawing/2014/main" id="{9633CF2A-3C40-64D0-9FBC-A0F233705E4F}"/>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2" name="Oval 79">
              <a:extLst>
                <a:ext uri="{FF2B5EF4-FFF2-40B4-BE49-F238E27FC236}">
                  <a16:creationId xmlns:a16="http://schemas.microsoft.com/office/drawing/2014/main" id="{1CB9BE02-2222-78E7-45E7-703B2995480B}"/>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3" name="Group 77">
            <a:extLst>
              <a:ext uri="{FF2B5EF4-FFF2-40B4-BE49-F238E27FC236}">
                <a16:creationId xmlns:a16="http://schemas.microsoft.com/office/drawing/2014/main" id="{60F6A37A-7D84-6235-68C1-9C6E37FDAFB8}"/>
              </a:ext>
            </a:extLst>
          </p:cNvPr>
          <p:cNvGrpSpPr/>
          <p:nvPr userDrawn="1"/>
        </p:nvGrpSpPr>
        <p:grpSpPr>
          <a:xfrm>
            <a:off x="5840730" y="2709565"/>
            <a:ext cx="815340" cy="815340"/>
            <a:chOff x="4876800" y="666750"/>
            <a:chExt cx="304800" cy="304800"/>
          </a:xfrm>
          <a:effectLst/>
        </p:grpSpPr>
        <p:sp>
          <p:nvSpPr>
            <p:cNvPr id="14" name="Oval 78">
              <a:extLst>
                <a:ext uri="{FF2B5EF4-FFF2-40B4-BE49-F238E27FC236}">
                  <a16:creationId xmlns:a16="http://schemas.microsoft.com/office/drawing/2014/main" id="{01F21B3A-2995-914F-45D2-42D36F15741D}"/>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5" name="Oval 79">
              <a:extLst>
                <a:ext uri="{FF2B5EF4-FFF2-40B4-BE49-F238E27FC236}">
                  <a16:creationId xmlns:a16="http://schemas.microsoft.com/office/drawing/2014/main" id="{3164B00A-BE6D-977E-4F7C-FED3AE65CF54}"/>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6" name="Group 77">
            <a:extLst>
              <a:ext uri="{FF2B5EF4-FFF2-40B4-BE49-F238E27FC236}">
                <a16:creationId xmlns:a16="http://schemas.microsoft.com/office/drawing/2014/main" id="{23A4EFCC-74F7-C7A4-D23A-79C55216AC37}"/>
              </a:ext>
            </a:extLst>
          </p:cNvPr>
          <p:cNvGrpSpPr/>
          <p:nvPr userDrawn="1"/>
        </p:nvGrpSpPr>
        <p:grpSpPr>
          <a:xfrm>
            <a:off x="5840730" y="1108624"/>
            <a:ext cx="815340" cy="815340"/>
            <a:chOff x="4876800" y="666750"/>
            <a:chExt cx="304800" cy="304800"/>
          </a:xfrm>
          <a:effectLst>
            <a:outerShdw blurRad="50800" dist="38100" dir="2700000" algn="tl" rotWithShape="0">
              <a:prstClr val="black">
                <a:alpha val="40000"/>
              </a:prstClr>
            </a:outerShdw>
          </a:effectLst>
        </p:grpSpPr>
        <p:sp>
          <p:nvSpPr>
            <p:cNvPr id="17" name="Oval 78">
              <a:extLst>
                <a:ext uri="{FF2B5EF4-FFF2-40B4-BE49-F238E27FC236}">
                  <a16:creationId xmlns:a16="http://schemas.microsoft.com/office/drawing/2014/main" id="{34DE3454-C7FA-02F7-2B04-8C435EBDC05C}"/>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8" name="Oval 79">
              <a:extLst>
                <a:ext uri="{FF2B5EF4-FFF2-40B4-BE49-F238E27FC236}">
                  <a16:creationId xmlns:a16="http://schemas.microsoft.com/office/drawing/2014/main" id="{AFA2B44F-CFA9-F81E-0F0B-329221B1FB6D}"/>
                </a:ext>
              </a:extLst>
            </p:cNvPr>
            <p:cNvSpPr/>
            <p:nvPr userDrawn="1"/>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sp>
        <p:nvSpPr>
          <p:cNvPr id="22" name="Textplatzhalter 21">
            <a:extLst>
              <a:ext uri="{FF2B5EF4-FFF2-40B4-BE49-F238E27FC236}">
                <a16:creationId xmlns:a16="http://schemas.microsoft.com/office/drawing/2014/main" id="{CE0BE2E4-FA29-C8DE-3D73-1F23621546FB}"/>
              </a:ext>
            </a:extLst>
          </p:cNvPr>
          <p:cNvSpPr>
            <a:spLocks noGrp="1"/>
          </p:cNvSpPr>
          <p:nvPr>
            <p:ph type="body" sz="quarter" idx="11"/>
          </p:nvPr>
        </p:nvSpPr>
        <p:spPr>
          <a:xfrm>
            <a:off x="7020000" y="1108270"/>
            <a:ext cx="4680000" cy="815340"/>
          </a:xfrm>
        </p:spPr>
        <p:txBody>
          <a:bodyPr/>
          <a:lstStyle>
            <a:lvl1pPr>
              <a:defRPr sz="2000" b="1"/>
            </a:lvl1pPr>
          </a:lstStyle>
          <a:p>
            <a:pPr lvl="0"/>
            <a:r>
              <a:rPr lang="de-DE"/>
              <a:t>Mastertextformat bearbeiten</a:t>
            </a:r>
          </a:p>
        </p:txBody>
      </p:sp>
      <p:sp>
        <p:nvSpPr>
          <p:cNvPr id="23" name="Textplatzhalter 21">
            <a:extLst>
              <a:ext uri="{FF2B5EF4-FFF2-40B4-BE49-F238E27FC236}">
                <a16:creationId xmlns:a16="http://schemas.microsoft.com/office/drawing/2014/main" id="{422FC704-7FC2-8D2A-834B-36A400862D67}"/>
              </a:ext>
            </a:extLst>
          </p:cNvPr>
          <p:cNvSpPr>
            <a:spLocks noGrp="1"/>
          </p:cNvSpPr>
          <p:nvPr>
            <p:ph type="body" sz="quarter" idx="12"/>
          </p:nvPr>
        </p:nvSpPr>
        <p:spPr>
          <a:xfrm>
            <a:off x="7020000" y="2709565"/>
            <a:ext cx="4680000" cy="815340"/>
          </a:xfrm>
        </p:spPr>
        <p:txBody>
          <a:bodyPr/>
          <a:lstStyle>
            <a:lvl1pPr>
              <a:defRPr sz="2000" b="1"/>
            </a:lvl1pPr>
          </a:lstStyle>
          <a:p>
            <a:pPr lvl="0"/>
            <a:r>
              <a:rPr lang="de-DE"/>
              <a:t>Mastertextformat bearbeiten</a:t>
            </a:r>
          </a:p>
        </p:txBody>
      </p:sp>
      <p:sp>
        <p:nvSpPr>
          <p:cNvPr id="24" name="Textplatzhalter 21">
            <a:extLst>
              <a:ext uri="{FF2B5EF4-FFF2-40B4-BE49-F238E27FC236}">
                <a16:creationId xmlns:a16="http://schemas.microsoft.com/office/drawing/2014/main" id="{80C818A8-42D3-7627-2DD3-5D5A57D902C5}"/>
              </a:ext>
            </a:extLst>
          </p:cNvPr>
          <p:cNvSpPr>
            <a:spLocks noGrp="1"/>
          </p:cNvSpPr>
          <p:nvPr>
            <p:ph type="body" sz="quarter" idx="13"/>
          </p:nvPr>
        </p:nvSpPr>
        <p:spPr>
          <a:xfrm>
            <a:off x="7020000" y="4303759"/>
            <a:ext cx="4680000" cy="815340"/>
          </a:xfrm>
        </p:spPr>
        <p:txBody>
          <a:bodyPr/>
          <a:lstStyle>
            <a:lvl1pPr>
              <a:defRPr sz="2000" b="1"/>
            </a:lvl1pPr>
          </a:lstStyle>
          <a:p>
            <a:pPr lvl="0"/>
            <a:r>
              <a:rPr lang="de-DE"/>
              <a:t>Mastertextformat bearbeiten</a:t>
            </a:r>
          </a:p>
        </p:txBody>
      </p:sp>
    </p:spTree>
    <p:extLst>
      <p:ext uri="{BB962C8B-B14F-4D97-AF65-F5344CB8AC3E}">
        <p14:creationId xmlns:p14="http://schemas.microsoft.com/office/powerpoint/2010/main" val="17019447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_Benutzerdefiniertes Layout">
    <p:spTree>
      <p:nvGrpSpPr>
        <p:cNvPr id="1" name=""/>
        <p:cNvGrpSpPr/>
        <p:nvPr/>
      </p:nvGrpSpPr>
      <p:grpSpPr>
        <a:xfrm>
          <a:off x="0" y="0"/>
          <a:ext cx="0" cy="0"/>
          <a:chOff x="0" y="0"/>
          <a:chExt cx="0" cy="0"/>
        </a:xfrm>
      </p:grpSpPr>
      <p:pic>
        <p:nvPicPr>
          <p:cNvPr id="12" name="Bildplatzhalter 5">
            <a:extLst>
              <a:ext uri="{FF2B5EF4-FFF2-40B4-BE49-F238E27FC236}">
                <a16:creationId xmlns:a16="http://schemas.microsoft.com/office/drawing/2014/main" id="{6CAD2DE6-C8C4-0064-1598-44A373CB8D9D}"/>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colorTemperature colorTemp="5300"/>
                    </a14:imgEffect>
                    <a14:imgEffect>
                      <a14:brightnessContrast bright="-40000" contrast="-20000"/>
                    </a14:imgEffect>
                  </a14:imgLayer>
                </a14:imgProps>
              </a:ext>
              <a:ext uri="{28A0092B-C50C-407E-A947-70E740481C1C}">
                <a14:useLocalDpi xmlns:a14="http://schemas.microsoft.com/office/drawing/2010/main" val="0"/>
              </a:ext>
            </a:extLst>
          </a:blip>
          <a:srcRect l="9472" r="9472"/>
          <a:stretch/>
        </p:blipFill>
        <p:spPr>
          <a:xfrm>
            <a:off x="2" y="0"/>
            <a:ext cx="6248393" cy="6858000"/>
          </a:xfrm>
          <a:prstGeom prst="rect">
            <a:avLst/>
          </a:prstGeom>
        </p:spPr>
      </p:pic>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30" name="Textplatzhalter 29">
            <a:extLst>
              <a:ext uri="{FF2B5EF4-FFF2-40B4-BE49-F238E27FC236}">
                <a16:creationId xmlns:a16="http://schemas.microsoft.com/office/drawing/2014/main" id="{FBA8A76B-6DF8-1949-868F-1EFFDBAEEE5F}"/>
              </a:ext>
            </a:extLst>
          </p:cNvPr>
          <p:cNvSpPr>
            <a:spLocks noGrp="1"/>
          </p:cNvSpPr>
          <p:nvPr>
            <p:ph type="body" sz="quarter" idx="12"/>
          </p:nvPr>
        </p:nvSpPr>
        <p:spPr>
          <a:xfrm>
            <a:off x="6729691" y="775565"/>
            <a:ext cx="5039991" cy="815340"/>
          </a:xfrm>
        </p:spPr>
        <p:txBody>
          <a:bodyPr/>
          <a:lstStyle/>
          <a:p>
            <a:pPr lvl="0"/>
            <a:r>
              <a:rPr lang="de-DE"/>
              <a:t>Mastertextformat bearbeiten</a:t>
            </a:r>
          </a:p>
        </p:txBody>
      </p:sp>
      <p:sp>
        <p:nvSpPr>
          <p:cNvPr id="31" name="Textplatzhalter 29">
            <a:extLst>
              <a:ext uri="{FF2B5EF4-FFF2-40B4-BE49-F238E27FC236}">
                <a16:creationId xmlns:a16="http://schemas.microsoft.com/office/drawing/2014/main" id="{4C5CEA1F-7070-AE28-793B-4FEB946F7A27}"/>
              </a:ext>
            </a:extLst>
          </p:cNvPr>
          <p:cNvSpPr>
            <a:spLocks noGrp="1"/>
          </p:cNvSpPr>
          <p:nvPr>
            <p:ph type="body" sz="quarter" idx="13"/>
          </p:nvPr>
        </p:nvSpPr>
        <p:spPr>
          <a:xfrm>
            <a:off x="6729691" y="2202406"/>
            <a:ext cx="5039998" cy="815340"/>
          </a:xfrm>
        </p:spPr>
        <p:txBody>
          <a:bodyPr/>
          <a:lstStyle/>
          <a:p>
            <a:pPr lvl="0"/>
            <a:r>
              <a:rPr lang="de-DE"/>
              <a:t>Mastertextformat bearbeiten</a:t>
            </a:r>
          </a:p>
        </p:txBody>
      </p:sp>
      <p:sp>
        <p:nvSpPr>
          <p:cNvPr id="32" name="Textplatzhalter 29">
            <a:extLst>
              <a:ext uri="{FF2B5EF4-FFF2-40B4-BE49-F238E27FC236}">
                <a16:creationId xmlns:a16="http://schemas.microsoft.com/office/drawing/2014/main" id="{679875F7-EEBB-BE0C-D98A-B01EB41FC81F}"/>
              </a:ext>
            </a:extLst>
          </p:cNvPr>
          <p:cNvSpPr>
            <a:spLocks noGrp="1"/>
          </p:cNvSpPr>
          <p:nvPr>
            <p:ph type="body" sz="quarter" idx="14"/>
          </p:nvPr>
        </p:nvSpPr>
        <p:spPr>
          <a:xfrm>
            <a:off x="6729692" y="3645209"/>
            <a:ext cx="5039999" cy="815340"/>
          </a:xfrm>
        </p:spPr>
        <p:txBody>
          <a:bodyPr/>
          <a:lstStyle/>
          <a:p>
            <a:pPr lvl="0"/>
            <a:r>
              <a:rPr lang="de-DE"/>
              <a:t>Mastertextformat bearbeiten</a:t>
            </a:r>
          </a:p>
        </p:txBody>
      </p:sp>
      <p:sp>
        <p:nvSpPr>
          <p:cNvPr id="33" name="Textplatzhalter 29">
            <a:extLst>
              <a:ext uri="{FF2B5EF4-FFF2-40B4-BE49-F238E27FC236}">
                <a16:creationId xmlns:a16="http://schemas.microsoft.com/office/drawing/2014/main" id="{FD606DBC-89D5-E4EC-63B3-27B2FF2E1A25}"/>
              </a:ext>
            </a:extLst>
          </p:cNvPr>
          <p:cNvSpPr>
            <a:spLocks noGrp="1"/>
          </p:cNvSpPr>
          <p:nvPr>
            <p:ph type="body" sz="quarter" idx="15"/>
          </p:nvPr>
        </p:nvSpPr>
        <p:spPr>
          <a:xfrm>
            <a:off x="6729690" y="5015461"/>
            <a:ext cx="5040000" cy="815340"/>
          </a:xfrm>
        </p:spPr>
        <p:txBody>
          <a:bodyPr/>
          <a:lstStyle/>
          <a:p>
            <a:pPr lvl="0"/>
            <a:r>
              <a:rPr lang="de-DE"/>
              <a:t>Mastertextformat bearbeiten</a:t>
            </a:r>
          </a:p>
        </p:txBody>
      </p:sp>
      <p:cxnSp>
        <p:nvCxnSpPr>
          <p:cNvPr id="4" name="Straight Connector 44">
            <a:extLst>
              <a:ext uri="{FF2B5EF4-FFF2-40B4-BE49-F238E27FC236}">
                <a16:creationId xmlns:a16="http://schemas.microsoft.com/office/drawing/2014/main" id="{5AB4C65B-41E2-AA84-D3D5-5CA4F5290DEA}"/>
              </a:ext>
            </a:extLst>
          </p:cNvPr>
          <p:cNvCxnSpPr>
            <a:cxnSpLocks/>
          </p:cNvCxnSpPr>
          <p:nvPr userDrawn="1"/>
        </p:nvCxnSpPr>
        <p:spPr>
          <a:xfrm>
            <a:off x="6248400" y="-42338"/>
            <a:ext cx="0" cy="70625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 name="Group 77">
            <a:extLst>
              <a:ext uri="{FF2B5EF4-FFF2-40B4-BE49-F238E27FC236}">
                <a16:creationId xmlns:a16="http://schemas.microsoft.com/office/drawing/2014/main" id="{BA72C80F-1D59-FB3B-41B2-D28F6BDAEAE5}"/>
              </a:ext>
            </a:extLst>
          </p:cNvPr>
          <p:cNvGrpSpPr/>
          <p:nvPr/>
        </p:nvGrpSpPr>
        <p:grpSpPr>
          <a:xfrm>
            <a:off x="5840730" y="775564"/>
            <a:ext cx="815340" cy="815340"/>
            <a:chOff x="4876800" y="666750"/>
            <a:chExt cx="304800" cy="304800"/>
          </a:xfrm>
        </p:grpSpPr>
        <p:sp>
          <p:nvSpPr>
            <p:cNvPr id="23" name="Oval 78">
              <a:extLst>
                <a:ext uri="{FF2B5EF4-FFF2-40B4-BE49-F238E27FC236}">
                  <a16:creationId xmlns:a16="http://schemas.microsoft.com/office/drawing/2014/main" id="{2FBCE249-2B5B-E026-331E-C5FABAA6E5F2}"/>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24" name="Oval 79">
              <a:extLst>
                <a:ext uri="{FF2B5EF4-FFF2-40B4-BE49-F238E27FC236}">
                  <a16:creationId xmlns:a16="http://schemas.microsoft.com/office/drawing/2014/main" id="{464B8D45-6349-BC69-E149-AFBC02C5BE10}"/>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6" name="Group 77">
            <a:extLst>
              <a:ext uri="{FF2B5EF4-FFF2-40B4-BE49-F238E27FC236}">
                <a16:creationId xmlns:a16="http://schemas.microsoft.com/office/drawing/2014/main" id="{5D7539AA-5333-0012-8983-B544159F17EA}"/>
              </a:ext>
            </a:extLst>
          </p:cNvPr>
          <p:cNvGrpSpPr/>
          <p:nvPr/>
        </p:nvGrpSpPr>
        <p:grpSpPr>
          <a:xfrm>
            <a:off x="5840730" y="2202406"/>
            <a:ext cx="815340" cy="815340"/>
            <a:chOff x="4876800" y="666750"/>
            <a:chExt cx="304800" cy="304800"/>
          </a:xfrm>
        </p:grpSpPr>
        <p:sp>
          <p:nvSpPr>
            <p:cNvPr id="18" name="Oval 78">
              <a:extLst>
                <a:ext uri="{FF2B5EF4-FFF2-40B4-BE49-F238E27FC236}">
                  <a16:creationId xmlns:a16="http://schemas.microsoft.com/office/drawing/2014/main" id="{853255DB-E2AB-40EC-37CC-4EFABC1E4A64}"/>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19" name="Oval 79">
              <a:extLst>
                <a:ext uri="{FF2B5EF4-FFF2-40B4-BE49-F238E27FC236}">
                  <a16:creationId xmlns:a16="http://schemas.microsoft.com/office/drawing/2014/main" id="{E5757655-62A9-EA55-90B6-5A56EB06634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6" name="Group 77">
            <a:extLst>
              <a:ext uri="{FF2B5EF4-FFF2-40B4-BE49-F238E27FC236}">
                <a16:creationId xmlns:a16="http://schemas.microsoft.com/office/drawing/2014/main" id="{E0732373-31BB-1C89-B2CA-514B38462928}"/>
              </a:ext>
            </a:extLst>
          </p:cNvPr>
          <p:cNvGrpSpPr/>
          <p:nvPr/>
        </p:nvGrpSpPr>
        <p:grpSpPr>
          <a:xfrm>
            <a:off x="5840730" y="3645209"/>
            <a:ext cx="815340" cy="815340"/>
            <a:chOff x="4876800" y="666750"/>
            <a:chExt cx="304800" cy="304800"/>
          </a:xfrm>
        </p:grpSpPr>
        <p:sp>
          <p:nvSpPr>
            <p:cNvPr id="8" name="Oval 78">
              <a:extLst>
                <a:ext uri="{FF2B5EF4-FFF2-40B4-BE49-F238E27FC236}">
                  <a16:creationId xmlns:a16="http://schemas.microsoft.com/office/drawing/2014/main" id="{240F6B21-AEDF-E9CE-0700-C3C4B1E881A7}"/>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9" name="Oval 79">
              <a:extLst>
                <a:ext uri="{FF2B5EF4-FFF2-40B4-BE49-F238E27FC236}">
                  <a16:creationId xmlns:a16="http://schemas.microsoft.com/office/drawing/2014/main" id="{36AA3A8A-2B79-CB9E-70B4-038C1F39229C}"/>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1" name="Group 77">
            <a:extLst>
              <a:ext uri="{FF2B5EF4-FFF2-40B4-BE49-F238E27FC236}">
                <a16:creationId xmlns:a16="http://schemas.microsoft.com/office/drawing/2014/main" id="{5F981055-BF3B-CE70-845E-04F8647BE8C6}"/>
              </a:ext>
            </a:extLst>
          </p:cNvPr>
          <p:cNvGrpSpPr/>
          <p:nvPr/>
        </p:nvGrpSpPr>
        <p:grpSpPr>
          <a:xfrm>
            <a:off x="5840730" y="5015461"/>
            <a:ext cx="815340" cy="815340"/>
            <a:chOff x="4876800" y="666750"/>
            <a:chExt cx="304800" cy="304800"/>
          </a:xfrm>
        </p:grpSpPr>
        <p:sp>
          <p:nvSpPr>
            <p:cNvPr id="13" name="Oval 78">
              <a:extLst>
                <a:ext uri="{FF2B5EF4-FFF2-40B4-BE49-F238E27FC236}">
                  <a16:creationId xmlns:a16="http://schemas.microsoft.com/office/drawing/2014/main" id="{1ED7C059-F301-4901-7B25-5A6D400FAC0A}"/>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sp>
          <p:nvSpPr>
            <p:cNvPr id="14" name="Oval 79">
              <a:extLst>
                <a:ext uri="{FF2B5EF4-FFF2-40B4-BE49-F238E27FC236}">
                  <a16:creationId xmlns:a16="http://schemas.microsoft.com/office/drawing/2014/main" id="{79AE2105-D10F-7879-2391-DBF116CF4B5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grpSp>
    </p:spTree>
    <p:extLst>
      <p:ext uri="{BB962C8B-B14F-4D97-AF65-F5344CB8AC3E}">
        <p14:creationId xmlns:p14="http://schemas.microsoft.com/office/powerpoint/2010/main" val="1921912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8_Benutzerdefiniertes Layout">
    <p:spTree>
      <p:nvGrpSpPr>
        <p:cNvPr id="1" name=""/>
        <p:cNvGrpSpPr/>
        <p:nvPr/>
      </p:nvGrpSpPr>
      <p:grpSpPr>
        <a:xfrm>
          <a:off x="0" y="0"/>
          <a:ext cx="0" cy="0"/>
          <a:chOff x="0" y="0"/>
          <a:chExt cx="0" cy="0"/>
        </a:xfrm>
      </p:grpSpPr>
      <p:sp>
        <p:nvSpPr>
          <p:cNvPr id="7" name="Rectangle 108">
            <a:extLst>
              <a:ext uri="{FF2B5EF4-FFF2-40B4-BE49-F238E27FC236}">
                <a16:creationId xmlns:a16="http://schemas.microsoft.com/office/drawing/2014/main" id="{B37DA458-CEBC-F9B0-2A32-0FFEE713882C}"/>
              </a:ext>
            </a:extLst>
          </p:cNvPr>
          <p:cNvSpPr/>
          <p:nvPr userDrawn="1"/>
        </p:nvSpPr>
        <p:spPr>
          <a:xfrm flipH="1">
            <a:off x="6916497" y="5015461"/>
            <a:ext cx="4651616" cy="815340"/>
          </a:xfrm>
          <a:prstGeom prst="rect">
            <a:avLst/>
          </a:prstGeom>
        </p:spPr>
        <p:txBody>
          <a:bodyPr wrap="square" lIns="0" tIns="0" rIns="0" bIns="0" anchor="ctr">
            <a:noAutofit/>
          </a:bodyPr>
          <a:lstStyle/>
          <a:p>
            <a:endParaRPr lang="de-DE" sz="2400" i="1">
              <a:ln w="3175">
                <a:noFill/>
                <a:prstDash val="sysDot"/>
              </a:ln>
              <a:solidFill>
                <a:schemeClr val="tx1">
                  <a:lumMod val="90000"/>
                  <a:lumOff val="10000"/>
                </a:schemeClr>
              </a:solidFill>
            </a:endParaRPr>
          </a:p>
        </p:txBody>
      </p:sp>
      <p:sp>
        <p:nvSpPr>
          <p:cNvPr id="22" name="Textplatzhalter 21">
            <a:extLst>
              <a:ext uri="{FF2B5EF4-FFF2-40B4-BE49-F238E27FC236}">
                <a16:creationId xmlns:a16="http://schemas.microsoft.com/office/drawing/2014/main" id="{CE0BE2E4-FA29-C8DE-3D73-1F23621546FB}"/>
              </a:ext>
            </a:extLst>
          </p:cNvPr>
          <p:cNvSpPr>
            <a:spLocks noGrp="1"/>
          </p:cNvSpPr>
          <p:nvPr>
            <p:ph type="body" sz="quarter" idx="11"/>
          </p:nvPr>
        </p:nvSpPr>
        <p:spPr>
          <a:xfrm>
            <a:off x="7020000" y="1108270"/>
            <a:ext cx="4680000" cy="815340"/>
          </a:xfrm>
        </p:spPr>
        <p:txBody>
          <a:bodyPr/>
          <a:lstStyle>
            <a:lvl1pPr>
              <a:defRPr sz="2000" b="1"/>
            </a:lvl1pPr>
          </a:lstStyle>
          <a:p>
            <a:pPr lvl="0"/>
            <a:r>
              <a:rPr lang="de-DE"/>
              <a:t>Mastertextformat bearbeiten</a:t>
            </a:r>
          </a:p>
        </p:txBody>
      </p:sp>
      <p:sp>
        <p:nvSpPr>
          <p:cNvPr id="23" name="Textplatzhalter 21">
            <a:extLst>
              <a:ext uri="{FF2B5EF4-FFF2-40B4-BE49-F238E27FC236}">
                <a16:creationId xmlns:a16="http://schemas.microsoft.com/office/drawing/2014/main" id="{422FC704-7FC2-8D2A-834B-36A400862D67}"/>
              </a:ext>
            </a:extLst>
          </p:cNvPr>
          <p:cNvSpPr>
            <a:spLocks noGrp="1"/>
          </p:cNvSpPr>
          <p:nvPr>
            <p:ph type="body" sz="quarter" idx="12"/>
          </p:nvPr>
        </p:nvSpPr>
        <p:spPr>
          <a:xfrm>
            <a:off x="7020000" y="2709565"/>
            <a:ext cx="4680000" cy="815340"/>
          </a:xfrm>
        </p:spPr>
        <p:txBody>
          <a:bodyPr/>
          <a:lstStyle>
            <a:lvl1pPr>
              <a:defRPr sz="2000" b="1"/>
            </a:lvl1pPr>
          </a:lstStyle>
          <a:p>
            <a:pPr lvl="0"/>
            <a:r>
              <a:rPr lang="de-DE"/>
              <a:t>Mastertextformat bearbeiten</a:t>
            </a:r>
          </a:p>
        </p:txBody>
      </p:sp>
      <p:sp>
        <p:nvSpPr>
          <p:cNvPr id="24" name="Textplatzhalter 21">
            <a:extLst>
              <a:ext uri="{FF2B5EF4-FFF2-40B4-BE49-F238E27FC236}">
                <a16:creationId xmlns:a16="http://schemas.microsoft.com/office/drawing/2014/main" id="{80C818A8-42D3-7627-2DD3-5D5A57D902C5}"/>
              </a:ext>
            </a:extLst>
          </p:cNvPr>
          <p:cNvSpPr>
            <a:spLocks noGrp="1"/>
          </p:cNvSpPr>
          <p:nvPr>
            <p:ph type="body" sz="quarter" idx="13"/>
          </p:nvPr>
        </p:nvSpPr>
        <p:spPr>
          <a:xfrm>
            <a:off x="7020000" y="4303759"/>
            <a:ext cx="4680000" cy="815340"/>
          </a:xfrm>
        </p:spPr>
        <p:txBody>
          <a:bodyPr/>
          <a:lstStyle>
            <a:lvl1pPr>
              <a:defRPr sz="2000" b="1"/>
            </a:lvl1pPr>
          </a:lstStyle>
          <a:p>
            <a:pPr lvl="0"/>
            <a:r>
              <a:rPr lang="de-DE"/>
              <a:t>Mastertextformat bearbeiten</a:t>
            </a:r>
          </a:p>
        </p:txBody>
      </p:sp>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pic>
        <p:nvPicPr>
          <p:cNvPr id="1030" name="Picture 6" descr="Generiertes Bild">
            <a:extLst>
              <a:ext uri="{FF2B5EF4-FFF2-40B4-BE49-F238E27FC236}">
                <a16:creationId xmlns:a16="http://schemas.microsoft.com/office/drawing/2014/main" id="{ABA0D894-D3B9-2A37-9D49-1C677E5E10A2}"/>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t="14197" b="12633"/>
          <a:stretch/>
        </p:blipFill>
        <p:spPr bwMode="auto">
          <a:xfrm>
            <a:off x="-1" y="1"/>
            <a:ext cx="6248396" cy="68580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4">
            <a:extLst>
              <a:ext uri="{FF2B5EF4-FFF2-40B4-BE49-F238E27FC236}">
                <a16:creationId xmlns:a16="http://schemas.microsoft.com/office/drawing/2014/main" id="{B8C6F9FD-B807-C7E9-939F-6D66687B2EFE}"/>
              </a:ext>
            </a:extLst>
          </p:cNvPr>
          <p:cNvCxnSpPr>
            <a:cxnSpLocks/>
          </p:cNvCxnSpPr>
          <p:nvPr userDrawn="1"/>
        </p:nvCxnSpPr>
        <p:spPr>
          <a:xfrm>
            <a:off x="6248401" y="-104775"/>
            <a:ext cx="1" cy="696277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77">
            <a:extLst>
              <a:ext uri="{FF2B5EF4-FFF2-40B4-BE49-F238E27FC236}">
                <a16:creationId xmlns:a16="http://schemas.microsoft.com/office/drawing/2014/main" id="{36C36FE8-4F0F-F482-05BE-9F439892157D}"/>
              </a:ext>
            </a:extLst>
          </p:cNvPr>
          <p:cNvGrpSpPr/>
          <p:nvPr userDrawn="1"/>
        </p:nvGrpSpPr>
        <p:grpSpPr>
          <a:xfrm>
            <a:off x="5840730" y="4303759"/>
            <a:ext cx="815340" cy="815340"/>
            <a:chOff x="4876800" y="666750"/>
            <a:chExt cx="304800" cy="304800"/>
          </a:xfrm>
        </p:grpSpPr>
        <p:sp>
          <p:nvSpPr>
            <p:cNvPr id="11" name="Oval 78">
              <a:extLst>
                <a:ext uri="{FF2B5EF4-FFF2-40B4-BE49-F238E27FC236}">
                  <a16:creationId xmlns:a16="http://schemas.microsoft.com/office/drawing/2014/main" id="{9633CF2A-3C40-64D0-9FBC-A0F233705E4F}"/>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2" name="Oval 79">
              <a:extLst>
                <a:ext uri="{FF2B5EF4-FFF2-40B4-BE49-F238E27FC236}">
                  <a16:creationId xmlns:a16="http://schemas.microsoft.com/office/drawing/2014/main" id="{1CB9BE02-2222-78E7-45E7-703B2995480B}"/>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3" name="Group 77">
            <a:extLst>
              <a:ext uri="{FF2B5EF4-FFF2-40B4-BE49-F238E27FC236}">
                <a16:creationId xmlns:a16="http://schemas.microsoft.com/office/drawing/2014/main" id="{60F6A37A-7D84-6235-68C1-9C6E37FDAFB8}"/>
              </a:ext>
            </a:extLst>
          </p:cNvPr>
          <p:cNvGrpSpPr/>
          <p:nvPr userDrawn="1"/>
        </p:nvGrpSpPr>
        <p:grpSpPr>
          <a:xfrm>
            <a:off x="5840730" y="2709565"/>
            <a:ext cx="815340" cy="815340"/>
            <a:chOff x="4876800" y="666750"/>
            <a:chExt cx="304800" cy="304800"/>
          </a:xfrm>
          <a:effectLst/>
        </p:grpSpPr>
        <p:sp>
          <p:nvSpPr>
            <p:cNvPr id="14" name="Oval 78">
              <a:extLst>
                <a:ext uri="{FF2B5EF4-FFF2-40B4-BE49-F238E27FC236}">
                  <a16:creationId xmlns:a16="http://schemas.microsoft.com/office/drawing/2014/main" id="{01F21B3A-2995-914F-45D2-42D36F15741D}"/>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5" name="Oval 79">
              <a:extLst>
                <a:ext uri="{FF2B5EF4-FFF2-40B4-BE49-F238E27FC236}">
                  <a16:creationId xmlns:a16="http://schemas.microsoft.com/office/drawing/2014/main" id="{3164B00A-BE6D-977E-4F7C-FED3AE65CF54}"/>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6" name="Group 77">
            <a:extLst>
              <a:ext uri="{FF2B5EF4-FFF2-40B4-BE49-F238E27FC236}">
                <a16:creationId xmlns:a16="http://schemas.microsoft.com/office/drawing/2014/main" id="{23A4EFCC-74F7-C7A4-D23A-79C55216AC37}"/>
              </a:ext>
            </a:extLst>
          </p:cNvPr>
          <p:cNvGrpSpPr/>
          <p:nvPr userDrawn="1"/>
        </p:nvGrpSpPr>
        <p:grpSpPr>
          <a:xfrm>
            <a:off x="5840730" y="1108624"/>
            <a:ext cx="815340" cy="815340"/>
            <a:chOff x="4876800" y="666750"/>
            <a:chExt cx="304800" cy="304800"/>
          </a:xfrm>
          <a:effectLst>
            <a:outerShdw blurRad="50800" dist="38100" dir="2700000" algn="tl" rotWithShape="0">
              <a:prstClr val="black">
                <a:alpha val="40000"/>
              </a:prstClr>
            </a:outerShdw>
          </a:effectLst>
        </p:grpSpPr>
        <p:sp>
          <p:nvSpPr>
            <p:cNvPr id="17" name="Oval 78">
              <a:extLst>
                <a:ext uri="{FF2B5EF4-FFF2-40B4-BE49-F238E27FC236}">
                  <a16:creationId xmlns:a16="http://schemas.microsoft.com/office/drawing/2014/main" id="{34DE3454-C7FA-02F7-2B04-8C435EBDC05C}"/>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8" name="Oval 79">
              <a:extLst>
                <a:ext uri="{FF2B5EF4-FFF2-40B4-BE49-F238E27FC236}">
                  <a16:creationId xmlns:a16="http://schemas.microsoft.com/office/drawing/2014/main" id="{AFA2B44F-CFA9-F81E-0F0B-329221B1FB6D}"/>
                </a:ext>
              </a:extLst>
            </p:cNvPr>
            <p:cNvSpPr/>
            <p:nvPr userDrawn="1"/>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spTree>
    <p:extLst>
      <p:ext uri="{BB962C8B-B14F-4D97-AF65-F5344CB8AC3E}">
        <p14:creationId xmlns:p14="http://schemas.microsoft.com/office/powerpoint/2010/main" val="35304449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0_Benutzerdefiniertes Layout">
    <p:spTree>
      <p:nvGrpSpPr>
        <p:cNvPr id="1" name=""/>
        <p:cNvGrpSpPr/>
        <p:nvPr/>
      </p:nvGrpSpPr>
      <p:grpSpPr>
        <a:xfrm>
          <a:off x="0" y="0"/>
          <a:ext cx="0" cy="0"/>
          <a:chOff x="0" y="0"/>
          <a:chExt cx="0" cy="0"/>
        </a:xfrm>
      </p:grpSpPr>
      <p:sp>
        <p:nvSpPr>
          <p:cNvPr id="7" name="Rectangle 108">
            <a:extLst>
              <a:ext uri="{FF2B5EF4-FFF2-40B4-BE49-F238E27FC236}">
                <a16:creationId xmlns:a16="http://schemas.microsoft.com/office/drawing/2014/main" id="{B37DA458-CEBC-F9B0-2A32-0FFEE713882C}"/>
              </a:ext>
            </a:extLst>
          </p:cNvPr>
          <p:cNvSpPr/>
          <p:nvPr userDrawn="1"/>
        </p:nvSpPr>
        <p:spPr>
          <a:xfrm flipH="1">
            <a:off x="6916497" y="5015461"/>
            <a:ext cx="4651616" cy="815340"/>
          </a:xfrm>
          <a:prstGeom prst="rect">
            <a:avLst/>
          </a:prstGeom>
        </p:spPr>
        <p:txBody>
          <a:bodyPr wrap="square" lIns="0" tIns="0" rIns="0" bIns="0" anchor="ctr">
            <a:noAutofit/>
          </a:bodyPr>
          <a:lstStyle/>
          <a:p>
            <a:endParaRPr lang="de-DE" sz="2400" i="1">
              <a:ln w="3175">
                <a:noFill/>
                <a:prstDash val="sysDot"/>
              </a:ln>
              <a:solidFill>
                <a:schemeClr val="tx1">
                  <a:lumMod val="90000"/>
                  <a:lumOff val="10000"/>
                </a:schemeClr>
              </a:solidFill>
            </a:endParaRPr>
          </a:p>
        </p:txBody>
      </p:sp>
      <p:sp>
        <p:nvSpPr>
          <p:cNvPr id="22" name="Textplatzhalter 21">
            <a:extLst>
              <a:ext uri="{FF2B5EF4-FFF2-40B4-BE49-F238E27FC236}">
                <a16:creationId xmlns:a16="http://schemas.microsoft.com/office/drawing/2014/main" id="{CE0BE2E4-FA29-C8DE-3D73-1F23621546FB}"/>
              </a:ext>
            </a:extLst>
          </p:cNvPr>
          <p:cNvSpPr>
            <a:spLocks noGrp="1"/>
          </p:cNvSpPr>
          <p:nvPr>
            <p:ph type="body" sz="quarter" idx="11"/>
          </p:nvPr>
        </p:nvSpPr>
        <p:spPr>
          <a:xfrm>
            <a:off x="7020000" y="1108270"/>
            <a:ext cx="4680000" cy="815340"/>
          </a:xfrm>
        </p:spPr>
        <p:txBody>
          <a:bodyPr/>
          <a:lstStyle>
            <a:lvl1pPr>
              <a:defRPr sz="2000" b="1"/>
            </a:lvl1pPr>
          </a:lstStyle>
          <a:p>
            <a:pPr lvl="0"/>
            <a:r>
              <a:rPr lang="de-DE"/>
              <a:t>Mastertextformat bearbeiten</a:t>
            </a:r>
          </a:p>
        </p:txBody>
      </p:sp>
      <p:sp>
        <p:nvSpPr>
          <p:cNvPr id="23" name="Textplatzhalter 21">
            <a:extLst>
              <a:ext uri="{FF2B5EF4-FFF2-40B4-BE49-F238E27FC236}">
                <a16:creationId xmlns:a16="http://schemas.microsoft.com/office/drawing/2014/main" id="{422FC704-7FC2-8D2A-834B-36A400862D67}"/>
              </a:ext>
            </a:extLst>
          </p:cNvPr>
          <p:cNvSpPr>
            <a:spLocks noGrp="1"/>
          </p:cNvSpPr>
          <p:nvPr>
            <p:ph type="body" sz="quarter" idx="12"/>
          </p:nvPr>
        </p:nvSpPr>
        <p:spPr>
          <a:xfrm>
            <a:off x="7020000" y="2709565"/>
            <a:ext cx="4680000" cy="815340"/>
          </a:xfrm>
        </p:spPr>
        <p:txBody>
          <a:bodyPr/>
          <a:lstStyle>
            <a:lvl1pPr>
              <a:defRPr sz="2000" b="1"/>
            </a:lvl1pPr>
          </a:lstStyle>
          <a:p>
            <a:pPr lvl="0"/>
            <a:r>
              <a:rPr lang="de-DE"/>
              <a:t>Mastertextformat bearbeiten</a:t>
            </a:r>
          </a:p>
        </p:txBody>
      </p:sp>
      <p:sp>
        <p:nvSpPr>
          <p:cNvPr id="24" name="Textplatzhalter 21">
            <a:extLst>
              <a:ext uri="{FF2B5EF4-FFF2-40B4-BE49-F238E27FC236}">
                <a16:creationId xmlns:a16="http://schemas.microsoft.com/office/drawing/2014/main" id="{80C818A8-42D3-7627-2DD3-5D5A57D902C5}"/>
              </a:ext>
            </a:extLst>
          </p:cNvPr>
          <p:cNvSpPr>
            <a:spLocks noGrp="1"/>
          </p:cNvSpPr>
          <p:nvPr>
            <p:ph type="body" sz="quarter" idx="13"/>
          </p:nvPr>
        </p:nvSpPr>
        <p:spPr>
          <a:xfrm>
            <a:off x="7020000" y="4303759"/>
            <a:ext cx="4680000" cy="815340"/>
          </a:xfrm>
        </p:spPr>
        <p:txBody>
          <a:bodyPr/>
          <a:lstStyle>
            <a:lvl1pPr>
              <a:defRPr sz="2000" b="1"/>
            </a:lvl1pPr>
          </a:lstStyle>
          <a:p>
            <a:pPr lvl="0"/>
            <a:r>
              <a:rPr lang="de-DE"/>
              <a:t>Mastertextformat bearbeiten</a:t>
            </a:r>
          </a:p>
        </p:txBody>
      </p:sp>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pic>
        <p:nvPicPr>
          <p:cNvPr id="1030" name="Picture 6" descr="Generiertes Bild">
            <a:extLst>
              <a:ext uri="{FF2B5EF4-FFF2-40B4-BE49-F238E27FC236}">
                <a16:creationId xmlns:a16="http://schemas.microsoft.com/office/drawing/2014/main" id="{ABA0D894-D3B9-2A37-9D49-1C677E5E10A2}"/>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t="14197" b="12633"/>
          <a:stretch/>
        </p:blipFill>
        <p:spPr bwMode="auto">
          <a:xfrm>
            <a:off x="-1" y="1"/>
            <a:ext cx="6248396" cy="68580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4">
            <a:extLst>
              <a:ext uri="{FF2B5EF4-FFF2-40B4-BE49-F238E27FC236}">
                <a16:creationId xmlns:a16="http://schemas.microsoft.com/office/drawing/2014/main" id="{B8C6F9FD-B807-C7E9-939F-6D66687B2EFE}"/>
              </a:ext>
            </a:extLst>
          </p:cNvPr>
          <p:cNvCxnSpPr>
            <a:cxnSpLocks/>
          </p:cNvCxnSpPr>
          <p:nvPr userDrawn="1"/>
        </p:nvCxnSpPr>
        <p:spPr>
          <a:xfrm>
            <a:off x="6248401" y="-104775"/>
            <a:ext cx="1" cy="696277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77">
            <a:extLst>
              <a:ext uri="{FF2B5EF4-FFF2-40B4-BE49-F238E27FC236}">
                <a16:creationId xmlns:a16="http://schemas.microsoft.com/office/drawing/2014/main" id="{36C36FE8-4F0F-F482-05BE-9F439892157D}"/>
              </a:ext>
            </a:extLst>
          </p:cNvPr>
          <p:cNvGrpSpPr/>
          <p:nvPr userDrawn="1"/>
        </p:nvGrpSpPr>
        <p:grpSpPr>
          <a:xfrm>
            <a:off x="5840730" y="4303759"/>
            <a:ext cx="815340" cy="815340"/>
            <a:chOff x="4876800" y="666750"/>
            <a:chExt cx="304800" cy="304800"/>
          </a:xfrm>
        </p:grpSpPr>
        <p:sp>
          <p:nvSpPr>
            <p:cNvPr id="11" name="Oval 78">
              <a:extLst>
                <a:ext uri="{FF2B5EF4-FFF2-40B4-BE49-F238E27FC236}">
                  <a16:creationId xmlns:a16="http://schemas.microsoft.com/office/drawing/2014/main" id="{9633CF2A-3C40-64D0-9FBC-A0F233705E4F}"/>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2" name="Oval 79">
              <a:extLst>
                <a:ext uri="{FF2B5EF4-FFF2-40B4-BE49-F238E27FC236}">
                  <a16:creationId xmlns:a16="http://schemas.microsoft.com/office/drawing/2014/main" id="{1CB9BE02-2222-78E7-45E7-703B2995480B}"/>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3" name="Group 77">
            <a:extLst>
              <a:ext uri="{FF2B5EF4-FFF2-40B4-BE49-F238E27FC236}">
                <a16:creationId xmlns:a16="http://schemas.microsoft.com/office/drawing/2014/main" id="{60F6A37A-7D84-6235-68C1-9C6E37FDAFB8}"/>
              </a:ext>
            </a:extLst>
          </p:cNvPr>
          <p:cNvGrpSpPr/>
          <p:nvPr userDrawn="1"/>
        </p:nvGrpSpPr>
        <p:grpSpPr>
          <a:xfrm>
            <a:off x="5840730" y="2709565"/>
            <a:ext cx="815340" cy="815340"/>
            <a:chOff x="4876800" y="666750"/>
            <a:chExt cx="304800" cy="304800"/>
          </a:xfrm>
          <a:effectLst/>
        </p:grpSpPr>
        <p:sp>
          <p:nvSpPr>
            <p:cNvPr id="14" name="Oval 78">
              <a:extLst>
                <a:ext uri="{FF2B5EF4-FFF2-40B4-BE49-F238E27FC236}">
                  <a16:creationId xmlns:a16="http://schemas.microsoft.com/office/drawing/2014/main" id="{01F21B3A-2995-914F-45D2-42D36F15741D}"/>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5" name="Oval 79">
              <a:extLst>
                <a:ext uri="{FF2B5EF4-FFF2-40B4-BE49-F238E27FC236}">
                  <a16:creationId xmlns:a16="http://schemas.microsoft.com/office/drawing/2014/main" id="{3164B00A-BE6D-977E-4F7C-FED3AE65CF54}"/>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6" name="Group 77">
            <a:extLst>
              <a:ext uri="{FF2B5EF4-FFF2-40B4-BE49-F238E27FC236}">
                <a16:creationId xmlns:a16="http://schemas.microsoft.com/office/drawing/2014/main" id="{23A4EFCC-74F7-C7A4-D23A-79C55216AC37}"/>
              </a:ext>
            </a:extLst>
          </p:cNvPr>
          <p:cNvGrpSpPr/>
          <p:nvPr userDrawn="1"/>
        </p:nvGrpSpPr>
        <p:grpSpPr>
          <a:xfrm>
            <a:off x="5840730" y="1108624"/>
            <a:ext cx="815340" cy="815340"/>
            <a:chOff x="4876800" y="666750"/>
            <a:chExt cx="304800" cy="304800"/>
          </a:xfrm>
          <a:effectLst>
            <a:outerShdw blurRad="50800" dist="38100" dir="2700000" algn="tl" rotWithShape="0">
              <a:prstClr val="black">
                <a:alpha val="40000"/>
              </a:prstClr>
            </a:outerShdw>
          </a:effectLst>
        </p:grpSpPr>
        <p:sp>
          <p:nvSpPr>
            <p:cNvPr id="17" name="Oval 78">
              <a:extLst>
                <a:ext uri="{FF2B5EF4-FFF2-40B4-BE49-F238E27FC236}">
                  <a16:creationId xmlns:a16="http://schemas.microsoft.com/office/drawing/2014/main" id="{34DE3454-C7FA-02F7-2B04-8C435EBDC05C}"/>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8" name="Oval 79">
              <a:extLst>
                <a:ext uri="{FF2B5EF4-FFF2-40B4-BE49-F238E27FC236}">
                  <a16:creationId xmlns:a16="http://schemas.microsoft.com/office/drawing/2014/main" id="{AFA2B44F-CFA9-F81E-0F0B-329221B1FB6D}"/>
                </a:ext>
              </a:extLst>
            </p:cNvPr>
            <p:cNvSpPr/>
            <p:nvPr userDrawn="1"/>
          </p:nvSpPr>
          <p:spPr bwMode="auto">
            <a:xfrm>
              <a:off x="4904322" y="694273"/>
              <a:ext cx="249756" cy="249755"/>
            </a:xfrm>
            <a:prstGeom prst="ellipse">
              <a:avLst/>
            </a:prstGeom>
            <a:solidFill>
              <a:srgbClr val="DB002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spTree>
    <p:extLst>
      <p:ext uri="{BB962C8B-B14F-4D97-AF65-F5344CB8AC3E}">
        <p14:creationId xmlns:p14="http://schemas.microsoft.com/office/powerpoint/2010/main" val="3936238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1_Benutzerdefiniertes Layout">
    <p:spTree>
      <p:nvGrpSpPr>
        <p:cNvPr id="1" name=""/>
        <p:cNvGrpSpPr/>
        <p:nvPr/>
      </p:nvGrpSpPr>
      <p:grpSpPr>
        <a:xfrm>
          <a:off x="0" y="0"/>
          <a:ext cx="0" cy="0"/>
          <a:chOff x="0" y="0"/>
          <a:chExt cx="0" cy="0"/>
        </a:xfrm>
      </p:grpSpPr>
      <p:sp>
        <p:nvSpPr>
          <p:cNvPr id="7" name="Rectangle 108">
            <a:extLst>
              <a:ext uri="{FF2B5EF4-FFF2-40B4-BE49-F238E27FC236}">
                <a16:creationId xmlns:a16="http://schemas.microsoft.com/office/drawing/2014/main" id="{B37DA458-CEBC-F9B0-2A32-0FFEE713882C}"/>
              </a:ext>
            </a:extLst>
          </p:cNvPr>
          <p:cNvSpPr/>
          <p:nvPr userDrawn="1"/>
        </p:nvSpPr>
        <p:spPr>
          <a:xfrm flipH="1">
            <a:off x="6916497" y="5015461"/>
            <a:ext cx="4651616" cy="815340"/>
          </a:xfrm>
          <a:prstGeom prst="rect">
            <a:avLst/>
          </a:prstGeom>
        </p:spPr>
        <p:txBody>
          <a:bodyPr wrap="square" lIns="0" tIns="0" rIns="0" bIns="0" anchor="ctr">
            <a:noAutofit/>
          </a:bodyPr>
          <a:lstStyle/>
          <a:p>
            <a:endParaRPr lang="de-DE" sz="2400" i="1">
              <a:ln w="3175">
                <a:noFill/>
                <a:prstDash val="sysDot"/>
              </a:ln>
              <a:solidFill>
                <a:schemeClr val="tx1">
                  <a:lumMod val="90000"/>
                  <a:lumOff val="10000"/>
                </a:schemeClr>
              </a:solidFill>
            </a:endParaRPr>
          </a:p>
        </p:txBody>
      </p:sp>
      <p:sp>
        <p:nvSpPr>
          <p:cNvPr id="22" name="Textplatzhalter 21">
            <a:extLst>
              <a:ext uri="{FF2B5EF4-FFF2-40B4-BE49-F238E27FC236}">
                <a16:creationId xmlns:a16="http://schemas.microsoft.com/office/drawing/2014/main" id="{CE0BE2E4-FA29-C8DE-3D73-1F23621546FB}"/>
              </a:ext>
            </a:extLst>
          </p:cNvPr>
          <p:cNvSpPr>
            <a:spLocks noGrp="1"/>
          </p:cNvSpPr>
          <p:nvPr>
            <p:ph type="body" sz="quarter" idx="11"/>
          </p:nvPr>
        </p:nvSpPr>
        <p:spPr>
          <a:xfrm>
            <a:off x="7020000" y="1108270"/>
            <a:ext cx="4680000" cy="815340"/>
          </a:xfrm>
        </p:spPr>
        <p:txBody>
          <a:bodyPr/>
          <a:lstStyle>
            <a:lvl1pPr>
              <a:defRPr sz="2000" b="1"/>
            </a:lvl1pPr>
          </a:lstStyle>
          <a:p>
            <a:pPr lvl="0"/>
            <a:r>
              <a:rPr lang="de-DE"/>
              <a:t>Mastertextformat bearbeiten</a:t>
            </a:r>
          </a:p>
        </p:txBody>
      </p:sp>
      <p:sp>
        <p:nvSpPr>
          <p:cNvPr id="23" name="Textplatzhalter 21">
            <a:extLst>
              <a:ext uri="{FF2B5EF4-FFF2-40B4-BE49-F238E27FC236}">
                <a16:creationId xmlns:a16="http://schemas.microsoft.com/office/drawing/2014/main" id="{422FC704-7FC2-8D2A-834B-36A400862D67}"/>
              </a:ext>
            </a:extLst>
          </p:cNvPr>
          <p:cNvSpPr>
            <a:spLocks noGrp="1"/>
          </p:cNvSpPr>
          <p:nvPr>
            <p:ph type="body" sz="quarter" idx="12"/>
          </p:nvPr>
        </p:nvSpPr>
        <p:spPr>
          <a:xfrm>
            <a:off x="7020000" y="2709565"/>
            <a:ext cx="4680000" cy="815340"/>
          </a:xfrm>
        </p:spPr>
        <p:txBody>
          <a:bodyPr/>
          <a:lstStyle>
            <a:lvl1pPr>
              <a:defRPr sz="2000" b="1"/>
            </a:lvl1pPr>
          </a:lstStyle>
          <a:p>
            <a:pPr lvl="0"/>
            <a:r>
              <a:rPr lang="de-DE"/>
              <a:t>Mastertextformat bearbeiten</a:t>
            </a:r>
          </a:p>
        </p:txBody>
      </p:sp>
      <p:sp>
        <p:nvSpPr>
          <p:cNvPr id="24" name="Textplatzhalter 21">
            <a:extLst>
              <a:ext uri="{FF2B5EF4-FFF2-40B4-BE49-F238E27FC236}">
                <a16:creationId xmlns:a16="http://schemas.microsoft.com/office/drawing/2014/main" id="{80C818A8-42D3-7627-2DD3-5D5A57D902C5}"/>
              </a:ext>
            </a:extLst>
          </p:cNvPr>
          <p:cNvSpPr>
            <a:spLocks noGrp="1"/>
          </p:cNvSpPr>
          <p:nvPr>
            <p:ph type="body" sz="quarter" idx="13"/>
          </p:nvPr>
        </p:nvSpPr>
        <p:spPr>
          <a:xfrm>
            <a:off x="7020000" y="4303759"/>
            <a:ext cx="4680000" cy="815340"/>
          </a:xfrm>
        </p:spPr>
        <p:txBody>
          <a:bodyPr/>
          <a:lstStyle>
            <a:lvl1pPr>
              <a:defRPr sz="2000" b="1"/>
            </a:lvl1pPr>
          </a:lstStyle>
          <a:p>
            <a:pPr lvl="0"/>
            <a:r>
              <a:rPr lang="de-DE"/>
              <a:t>Mastertextformat bearbeiten</a:t>
            </a:r>
          </a:p>
        </p:txBody>
      </p:sp>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pic>
        <p:nvPicPr>
          <p:cNvPr id="1030" name="Picture 6" descr="Generiertes Bild">
            <a:extLst>
              <a:ext uri="{FF2B5EF4-FFF2-40B4-BE49-F238E27FC236}">
                <a16:creationId xmlns:a16="http://schemas.microsoft.com/office/drawing/2014/main" id="{ABA0D894-D3B9-2A37-9D49-1C677E5E10A2}"/>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t="14197" b="12633"/>
          <a:stretch/>
        </p:blipFill>
        <p:spPr bwMode="auto">
          <a:xfrm>
            <a:off x="-1" y="1"/>
            <a:ext cx="6248396" cy="68580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4">
            <a:extLst>
              <a:ext uri="{FF2B5EF4-FFF2-40B4-BE49-F238E27FC236}">
                <a16:creationId xmlns:a16="http://schemas.microsoft.com/office/drawing/2014/main" id="{B8C6F9FD-B807-C7E9-939F-6D66687B2EFE}"/>
              </a:ext>
            </a:extLst>
          </p:cNvPr>
          <p:cNvCxnSpPr>
            <a:cxnSpLocks/>
          </p:cNvCxnSpPr>
          <p:nvPr userDrawn="1"/>
        </p:nvCxnSpPr>
        <p:spPr>
          <a:xfrm>
            <a:off x="6248401" y="-104775"/>
            <a:ext cx="1" cy="696277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77">
            <a:extLst>
              <a:ext uri="{FF2B5EF4-FFF2-40B4-BE49-F238E27FC236}">
                <a16:creationId xmlns:a16="http://schemas.microsoft.com/office/drawing/2014/main" id="{36C36FE8-4F0F-F482-05BE-9F439892157D}"/>
              </a:ext>
            </a:extLst>
          </p:cNvPr>
          <p:cNvGrpSpPr/>
          <p:nvPr userDrawn="1"/>
        </p:nvGrpSpPr>
        <p:grpSpPr>
          <a:xfrm>
            <a:off x="5840730" y="4303759"/>
            <a:ext cx="815340" cy="815340"/>
            <a:chOff x="4876800" y="666750"/>
            <a:chExt cx="304800" cy="304800"/>
          </a:xfrm>
        </p:grpSpPr>
        <p:sp>
          <p:nvSpPr>
            <p:cNvPr id="11" name="Oval 78">
              <a:extLst>
                <a:ext uri="{FF2B5EF4-FFF2-40B4-BE49-F238E27FC236}">
                  <a16:creationId xmlns:a16="http://schemas.microsoft.com/office/drawing/2014/main" id="{9633CF2A-3C40-64D0-9FBC-A0F233705E4F}"/>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2" name="Oval 79">
              <a:extLst>
                <a:ext uri="{FF2B5EF4-FFF2-40B4-BE49-F238E27FC236}">
                  <a16:creationId xmlns:a16="http://schemas.microsoft.com/office/drawing/2014/main" id="{1CB9BE02-2222-78E7-45E7-703B2995480B}"/>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3" name="Group 77">
            <a:extLst>
              <a:ext uri="{FF2B5EF4-FFF2-40B4-BE49-F238E27FC236}">
                <a16:creationId xmlns:a16="http://schemas.microsoft.com/office/drawing/2014/main" id="{60F6A37A-7D84-6235-68C1-9C6E37FDAFB8}"/>
              </a:ext>
            </a:extLst>
          </p:cNvPr>
          <p:cNvGrpSpPr/>
          <p:nvPr userDrawn="1"/>
        </p:nvGrpSpPr>
        <p:grpSpPr>
          <a:xfrm>
            <a:off x="5840730" y="2709565"/>
            <a:ext cx="815340" cy="815340"/>
            <a:chOff x="4876800" y="666750"/>
            <a:chExt cx="304800" cy="304800"/>
          </a:xfrm>
          <a:effectLst/>
        </p:grpSpPr>
        <p:sp>
          <p:nvSpPr>
            <p:cNvPr id="14" name="Oval 78">
              <a:extLst>
                <a:ext uri="{FF2B5EF4-FFF2-40B4-BE49-F238E27FC236}">
                  <a16:creationId xmlns:a16="http://schemas.microsoft.com/office/drawing/2014/main" id="{01F21B3A-2995-914F-45D2-42D36F15741D}"/>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5" name="Oval 79">
              <a:extLst>
                <a:ext uri="{FF2B5EF4-FFF2-40B4-BE49-F238E27FC236}">
                  <a16:creationId xmlns:a16="http://schemas.microsoft.com/office/drawing/2014/main" id="{3164B00A-BE6D-977E-4F7C-FED3AE65CF54}"/>
                </a:ext>
              </a:extLst>
            </p:cNvPr>
            <p:cNvSpPr/>
            <p:nvPr/>
          </p:nvSpPr>
          <p:spPr bwMode="auto">
            <a:xfrm>
              <a:off x="4904322" y="694273"/>
              <a:ext cx="249756" cy="249755"/>
            </a:xfrm>
            <a:prstGeom prst="ellipse">
              <a:avLst/>
            </a:prstGeom>
            <a:solidFill>
              <a:srgbClr val="DB002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6" name="Group 77">
            <a:extLst>
              <a:ext uri="{FF2B5EF4-FFF2-40B4-BE49-F238E27FC236}">
                <a16:creationId xmlns:a16="http://schemas.microsoft.com/office/drawing/2014/main" id="{23A4EFCC-74F7-C7A4-D23A-79C55216AC37}"/>
              </a:ext>
            </a:extLst>
          </p:cNvPr>
          <p:cNvGrpSpPr/>
          <p:nvPr userDrawn="1"/>
        </p:nvGrpSpPr>
        <p:grpSpPr>
          <a:xfrm>
            <a:off x="5840730" y="1108624"/>
            <a:ext cx="815340" cy="815340"/>
            <a:chOff x="4876800" y="666750"/>
            <a:chExt cx="304800" cy="304800"/>
          </a:xfrm>
          <a:effectLst>
            <a:outerShdw blurRad="50800" dist="38100" dir="2700000" algn="tl" rotWithShape="0">
              <a:prstClr val="black">
                <a:alpha val="40000"/>
              </a:prstClr>
            </a:outerShdw>
          </a:effectLst>
        </p:grpSpPr>
        <p:sp>
          <p:nvSpPr>
            <p:cNvPr id="17" name="Oval 78">
              <a:extLst>
                <a:ext uri="{FF2B5EF4-FFF2-40B4-BE49-F238E27FC236}">
                  <a16:creationId xmlns:a16="http://schemas.microsoft.com/office/drawing/2014/main" id="{34DE3454-C7FA-02F7-2B04-8C435EBDC05C}"/>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8" name="Oval 79">
              <a:extLst>
                <a:ext uri="{FF2B5EF4-FFF2-40B4-BE49-F238E27FC236}">
                  <a16:creationId xmlns:a16="http://schemas.microsoft.com/office/drawing/2014/main" id="{AFA2B44F-CFA9-F81E-0F0B-329221B1FB6D}"/>
                </a:ext>
              </a:extLst>
            </p:cNvPr>
            <p:cNvSpPr/>
            <p:nvPr userDrawn="1"/>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spTree>
    <p:extLst>
      <p:ext uri="{BB962C8B-B14F-4D97-AF65-F5344CB8AC3E}">
        <p14:creationId xmlns:p14="http://schemas.microsoft.com/office/powerpoint/2010/main" val="7262651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2_Benutzerdefiniertes Layout">
    <p:spTree>
      <p:nvGrpSpPr>
        <p:cNvPr id="1" name=""/>
        <p:cNvGrpSpPr/>
        <p:nvPr/>
      </p:nvGrpSpPr>
      <p:grpSpPr>
        <a:xfrm>
          <a:off x="0" y="0"/>
          <a:ext cx="0" cy="0"/>
          <a:chOff x="0" y="0"/>
          <a:chExt cx="0" cy="0"/>
        </a:xfrm>
      </p:grpSpPr>
      <p:sp>
        <p:nvSpPr>
          <p:cNvPr id="7" name="Rectangle 108">
            <a:extLst>
              <a:ext uri="{FF2B5EF4-FFF2-40B4-BE49-F238E27FC236}">
                <a16:creationId xmlns:a16="http://schemas.microsoft.com/office/drawing/2014/main" id="{B37DA458-CEBC-F9B0-2A32-0FFEE713882C}"/>
              </a:ext>
            </a:extLst>
          </p:cNvPr>
          <p:cNvSpPr/>
          <p:nvPr userDrawn="1"/>
        </p:nvSpPr>
        <p:spPr>
          <a:xfrm flipH="1">
            <a:off x="6916497" y="5015461"/>
            <a:ext cx="4651616" cy="815340"/>
          </a:xfrm>
          <a:prstGeom prst="rect">
            <a:avLst/>
          </a:prstGeom>
        </p:spPr>
        <p:txBody>
          <a:bodyPr wrap="square" lIns="0" tIns="0" rIns="0" bIns="0" anchor="ctr">
            <a:noAutofit/>
          </a:bodyPr>
          <a:lstStyle/>
          <a:p>
            <a:endParaRPr lang="de-DE" sz="2400" i="1">
              <a:ln w="3175">
                <a:noFill/>
                <a:prstDash val="sysDot"/>
              </a:ln>
              <a:solidFill>
                <a:schemeClr val="tx1">
                  <a:lumMod val="90000"/>
                  <a:lumOff val="10000"/>
                </a:schemeClr>
              </a:solidFill>
            </a:endParaRPr>
          </a:p>
        </p:txBody>
      </p:sp>
      <p:sp>
        <p:nvSpPr>
          <p:cNvPr id="22" name="Textplatzhalter 21">
            <a:extLst>
              <a:ext uri="{FF2B5EF4-FFF2-40B4-BE49-F238E27FC236}">
                <a16:creationId xmlns:a16="http://schemas.microsoft.com/office/drawing/2014/main" id="{CE0BE2E4-FA29-C8DE-3D73-1F23621546FB}"/>
              </a:ext>
            </a:extLst>
          </p:cNvPr>
          <p:cNvSpPr>
            <a:spLocks noGrp="1"/>
          </p:cNvSpPr>
          <p:nvPr>
            <p:ph type="body" sz="quarter" idx="11"/>
          </p:nvPr>
        </p:nvSpPr>
        <p:spPr>
          <a:xfrm>
            <a:off x="7020000" y="1108270"/>
            <a:ext cx="4680000" cy="815340"/>
          </a:xfrm>
        </p:spPr>
        <p:txBody>
          <a:bodyPr/>
          <a:lstStyle>
            <a:lvl1pPr>
              <a:defRPr sz="2000" b="1"/>
            </a:lvl1pPr>
          </a:lstStyle>
          <a:p>
            <a:pPr lvl="0"/>
            <a:r>
              <a:rPr lang="de-DE"/>
              <a:t>Mastertextformat bearbeiten</a:t>
            </a:r>
          </a:p>
        </p:txBody>
      </p:sp>
      <p:sp>
        <p:nvSpPr>
          <p:cNvPr id="23" name="Textplatzhalter 21">
            <a:extLst>
              <a:ext uri="{FF2B5EF4-FFF2-40B4-BE49-F238E27FC236}">
                <a16:creationId xmlns:a16="http://schemas.microsoft.com/office/drawing/2014/main" id="{422FC704-7FC2-8D2A-834B-36A400862D67}"/>
              </a:ext>
            </a:extLst>
          </p:cNvPr>
          <p:cNvSpPr>
            <a:spLocks noGrp="1"/>
          </p:cNvSpPr>
          <p:nvPr>
            <p:ph type="body" sz="quarter" idx="12"/>
          </p:nvPr>
        </p:nvSpPr>
        <p:spPr>
          <a:xfrm>
            <a:off x="7020000" y="2709565"/>
            <a:ext cx="4680000" cy="815340"/>
          </a:xfrm>
        </p:spPr>
        <p:txBody>
          <a:bodyPr/>
          <a:lstStyle>
            <a:lvl1pPr>
              <a:defRPr sz="2000" b="1"/>
            </a:lvl1pPr>
          </a:lstStyle>
          <a:p>
            <a:pPr lvl="0"/>
            <a:r>
              <a:rPr lang="de-DE"/>
              <a:t>Mastertextformat bearbeiten</a:t>
            </a:r>
          </a:p>
        </p:txBody>
      </p:sp>
      <p:sp>
        <p:nvSpPr>
          <p:cNvPr id="24" name="Textplatzhalter 21">
            <a:extLst>
              <a:ext uri="{FF2B5EF4-FFF2-40B4-BE49-F238E27FC236}">
                <a16:creationId xmlns:a16="http://schemas.microsoft.com/office/drawing/2014/main" id="{80C818A8-42D3-7627-2DD3-5D5A57D902C5}"/>
              </a:ext>
            </a:extLst>
          </p:cNvPr>
          <p:cNvSpPr>
            <a:spLocks noGrp="1"/>
          </p:cNvSpPr>
          <p:nvPr>
            <p:ph type="body" sz="quarter" idx="13"/>
          </p:nvPr>
        </p:nvSpPr>
        <p:spPr>
          <a:xfrm>
            <a:off x="7020000" y="4303759"/>
            <a:ext cx="4680000" cy="815340"/>
          </a:xfrm>
        </p:spPr>
        <p:txBody>
          <a:bodyPr/>
          <a:lstStyle>
            <a:lvl1pPr>
              <a:defRPr sz="2000" b="1"/>
            </a:lvl1pPr>
          </a:lstStyle>
          <a:p>
            <a:pPr lvl="0"/>
            <a:r>
              <a:rPr lang="de-DE"/>
              <a:t>Mastertextformat bearbeiten</a:t>
            </a:r>
          </a:p>
        </p:txBody>
      </p:sp>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pic>
        <p:nvPicPr>
          <p:cNvPr id="1030" name="Picture 6" descr="Generiertes Bild">
            <a:extLst>
              <a:ext uri="{FF2B5EF4-FFF2-40B4-BE49-F238E27FC236}">
                <a16:creationId xmlns:a16="http://schemas.microsoft.com/office/drawing/2014/main" id="{ABA0D894-D3B9-2A37-9D49-1C677E5E10A2}"/>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t="14197" b="12633"/>
          <a:stretch/>
        </p:blipFill>
        <p:spPr bwMode="auto">
          <a:xfrm>
            <a:off x="-1" y="1"/>
            <a:ext cx="6248396" cy="68580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4">
            <a:extLst>
              <a:ext uri="{FF2B5EF4-FFF2-40B4-BE49-F238E27FC236}">
                <a16:creationId xmlns:a16="http://schemas.microsoft.com/office/drawing/2014/main" id="{B8C6F9FD-B807-C7E9-939F-6D66687B2EFE}"/>
              </a:ext>
            </a:extLst>
          </p:cNvPr>
          <p:cNvCxnSpPr>
            <a:cxnSpLocks/>
          </p:cNvCxnSpPr>
          <p:nvPr userDrawn="1"/>
        </p:nvCxnSpPr>
        <p:spPr>
          <a:xfrm>
            <a:off x="6248401" y="-104775"/>
            <a:ext cx="1" cy="696277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oup 77">
            <a:extLst>
              <a:ext uri="{FF2B5EF4-FFF2-40B4-BE49-F238E27FC236}">
                <a16:creationId xmlns:a16="http://schemas.microsoft.com/office/drawing/2014/main" id="{36C36FE8-4F0F-F482-05BE-9F439892157D}"/>
              </a:ext>
            </a:extLst>
          </p:cNvPr>
          <p:cNvGrpSpPr/>
          <p:nvPr userDrawn="1"/>
        </p:nvGrpSpPr>
        <p:grpSpPr>
          <a:xfrm>
            <a:off x="5840730" y="4303759"/>
            <a:ext cx="815340" cy="815340"/>
            <a:chOff x="4876800" y="666750"/>
            <a:chExt cx="304800" cy="304800"/>
          </a:xfrm>
        </p:grpSpPr>
        <p:sp>
          <p:nvSpPr>
            <p:cNvPr id="11" name="Oval 78">
              <a:extLst>
                <a:ext uri="{FF2B5EF4-FFF2-40B4-BE49-F238E27FC236}">
                  <a16:creationId xmlns:a16="http://schemas.microsoft.com/office/drawing/2014/main" id="{9633CF2A-3C40-64D0-9FBC-A0F233705E4F}"/>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2" name="Oval 79">
              <a:extLst>
                <a:ext uri="{FF2B5EF4-FFF2-40B4-BE49-F238E27FC236}">
                  <a16:creationId xmlns:a16="http://schemas.microsoft.com/office/drawing/2014/main" id="{1CB9BE02-2222-78E7-45E7-703B2995480B}"/>
                </a:ext>
              </a:extLst>
            </p:cNvPr>
            <p:cNvSpPr/>
            <p:nvPr/>
          </p:nvSpPr>
          <p:spPr bwMode="auto">
            <a:xfrm>
              <a:off x="4904322" y="694273"/>
              <a:ext cx="249756" cy="249755"/>
            </a:xfrm>
            <a:prstGeom prst="ellipse">
              <a:avLst/>
            </a:prstGeom>
            <a:solidFill>
              <a:srgbClr val="DB002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3" name="Group 77">
            <a:extLst>
              <a:ext uri="{FF2B5EF4-FFF2-40B4-BE49-F238E27FC236}">
                <a16:creationId xmlns:a16="http://schemas.microsoft.com/office/drawing/2014/main" id="{60F6A37A-7D84-6235-68C1-9C6E37FDAFB8}"/>
              </a:ext>
            </a:extLst>
          </p:cNvPr>
          <p:cNvGrpSpPr/>
          <p:nvPr userDrawn="1"/>
        </p:nvGrpSpPr>
        <p:grpSpPr>
          <a:xfrm>
            <a:off x="5840730" y="2709565"/>
            <a:ext cx="815340" cy="815340"/>
            <a:chOff x="4876800" y="666750"/>
            <a:chExt cx="304800" cy="304800"/>
          </a:xfrm>
          <a:effectLst/>
        </p:grpSpPr>
        <p:sp>
          <p:nvSpPr>
            <p:cNvPr id="14" name="Oval 78">
              <a:extLst>
                <a:ext uri="{FF2B5EF4-FFF2-40B4-BE49-F238E27FC236}">
                  <a16:creationId xmlns:a16="http://schemas.microsoft.com/office/drawing/2014/main" id="{01F21B3A-2995-914F-45D2-42D36F15741D}"/>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5" name="Oval 79">
              <a:extLst>
                <a:ext uri="{FF2B5EF4-FFF2-40B4-BE49-F238E27FC236}">
                  <a16:creationId xmlns:a16="http://schemas.microsoft.com/office/drawing/2014/main" id="{3164B00A-BE6D-977E-4F7C-FED3AE65CF54}"/>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grpSp>
        <p:nvGrpSpPr>
          <p:cNvPr id="16" name="Group 77">
            <a:extLst>
              <a:ext uri="{FF2B5EF4-FFF2-40B4-BE49-F238E27FC236}">
                <a16:creationId xmlns:a16="http://schemas.microsoft.com/office/drawing/2014/main" id="{23A4EFCC-74F7-C7A4-D23A-79C55216AC37}"/>
              </a:ext>
            </a:extLst>
          </p:cNvPr>
          <p:cNvGrpSpPr/>
          <p:nvPr userDrawn="1"/>
        </p:nvGrpSpPr>
        <p:grpSpPr>
          <a:xfrm>
            <a:off x="5840730" y="1108624"/>
            <a:ext cx="815340" cy="815340"/>
            <a:chOff x="4876800" y="666750"/>
            <a:chExt cx="304800" cy="304800"/>
          </a:xfrm>
          <a:effectLst>
            <a:outerShdw blurRad="50800" dist="38100" dir="2700000" algn="tl" rotWithShape="0">
              <a:prstClr val="black">
                <a:alpha val="40000"/>
              </a:prstClr>
            </a:outerShdw>
          </a:effectLst>
        </p:grpSpPr>
        <p:sp>
          <p:nvSpPr>
            <p:cNvPr id="17" name="Oval 78">
              <a:extLst>
                <a:ext uri="{FF2B5EF4-FFF2-40B4-BE49-F238E27FC236}">
                  <a16:creationId xmlns:a16="http://schemas.microsoft.com/office/drawing/2014/main" id="{34DE3454-C7FA-02F7-2B04-8C435EBDC05C}"/>
                </a:ext>
              </a:extLst>
            </p:cNvPr>
            <p:cNvSpPr/>
            <p:nvPr/>
          </p:nvSpPr>
          <p:spPr bwMode="auto">
            <a:xfrm>
              <a:off x="4876800" y="666750"/>
              <a:ext cx="304800" cy="304800"/>
            </a:xfrm>
            <a:prstGeom prst="ellipse">
              <a:avLst/>
            </a:prstGeom>
            <a:solidFill>
              <a:srgbClr val="FFFFFF"/>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801" b="1" i="0" u="none" strike="noStrike" kern="0" cap="none" spc="0" normalizeH="0" baseline="0" noProof="0">
                <a:ln>
                  <a:noFill/>
                </a:ln>
                <a:solidFill>
                  <a:srgbClr val="000000"/>
                </a:solidFill>
                <a:effectLst/>
                <a:uLnTx/>
                <a:uFillTx/>
              </a:endParaRPr>
            </a:p>
          </p:txBody>
        </p:sp>
        <p:sp>
          <p:nvSpPr>
            <p:cNvPr id="18" name="Oval 79">
              <a:extLst>
                <a:ext uri="{FF2B5EF4-FFF2-40B4-BE49-F238E27FC236}">
                  <a16:creationId xmlns:a16="http://schemas.microsoft.com/office/drawing/2014/main" id="{AFA2B44F-CFA9-F81E-0F0B-329221B1FB6D}"/>
                </a:ext>
              </a:extLst>
            </p:cNvPr>
            <p:cNvSpPr/>
            <p:nvPr userDrawn="1"/>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marL="0" marR="0" lvl="0" indent="0" algn="ctr" defTabSz="914423" eaLnBrk="1" fontAlgn="auto" latinLnBrk="0" hangingPunct="1">
                <a:lnSpc>
                  <a:spcPct val="100000"/>
                </a:lnSpc>
                <a:spcBef>
                  <a:spcPts val="0"/>
                </a:spcBef>
                <a:spcAft>
                  <a:spcPts val="0"/>
                </a:spcAft>
                <a:buClrTx/>
                <a:buSzTx/>
                <a:buFontTx/>
                <a:buNone/>
                <a:tabLst/>
                <a:defRPr/>
              </a:pPr>
              <a:endParaRPr kumimoji="0" lang="de-DE" sz="1401" b="1" i="0" u="none" strike="noStrike" kern="0" cap="none" spc="0" normalizeH="0" baseline="0" noProof="0">
                <a:ln>
                  <a:noFill/>
                </a:ln>
                <a:solidFill>
                  <a:srgbClr val="FFFFFF"/>
                </a:solidFill>
                <a:effectLst/>
                <a:uLnTx/>
                <a:uFillTx/>
              </a:endParaRPr>
            </a:p>
          </p:txBody>
        </p:sp>
      </p:grpSp>
    </p:spTree>
    <p:extLst>
      <p:ext uri="{BB962C8B-B14F-4D97-AF65-F5344CB8AC3E}">
        <p14:creationId xmlns:p14="http://schemas.microsoft.com/office/powerpoint/2010/main" val="34515955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9_Benutzerdefiniertes Layout">
    <p:spTree>
      <p:nvGrpSpPr>
        <p:cNvPr id="1" name=""/>
        <p:cNvGrpSpPr/>
        <p:nvPr/>
      </p:nvGrpSpPr>
      <p:grpSpPr>
        <a:xfrm>
          <a:off x="0" y="0"/>
          <a:ext cx="0" cy="0"/>
          <a:chOff x="0" y="0"/>
          <a:chExt cx="0" cy="0"/>
        </a:xfrm>
      </p:grpSpPr>
      <p:pic>
        <p:nvPicPr>
          <p:cNvPr id="12" name="Bildplatzhalter 5">
            <a:extLst>
              <a:ext uri="{FF2B5EF4-FFF2-40B4-BE49-F238E27FC236}">
                <a16:creationId xmlns:a16="http://schemas.microsoft.com/office/drawing/2014/main" id="{6CAD2DE6-C8C4-0064-1598-44A373CB8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2" y="0"/>
            <a:ext cx="6248393" cy="6858000"/>
          </a:xfrm>
          <a:prstGeom prst="rect">
            <a:avLst/>
          </a:prstGeom>
        </p:spPr>
      </p:pic>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30" name="Textplatzhalter 29">
            <a:extLst>
              <a:ext uri="{FF2B5EF4-FFF2-40B4-BE49-F238E27FC236}">
                <a16:creationId xmlns:a16="http://schemas.microsoft.com/office/drawing/2014/main" id="{FBA8A76B-6DF8-1949-868F-1EFFDBAEEE5F}"/>
              </a:ext>
            </a:extLst>
          </p:cNvPr>
          <p:cNvSpPr>
            <a:spLocks noGrp="1"/>
          </p:cNvSpPr>
          <p:nvPr>
            <p:ph type="body" sz="quarter" idx="12"/>
          </p:nvPr>
        </p:nvSpPr>
        <p:spPr>
          <a:xfrm>
            <a:off x="6729691" y="775565"/>
            <a:ext cx="5039991" cy="815340"/>
          </a:xfrm>
        </p:spPr>
        <p:txBody>
          <a:bodyPr/>
          <a:lstStyle/>
          <a:p>
            <a:pPr lvl="0"/>
            <a:r>
              <a:rPr lang="de-DE"/>
              <a:t>Mastertextformat bearbeiten</a:t>
            </a:r>
          </a:p>
        </p:txBody>
      </p:sp>
      <p:sp>
        <p:nvSpPr>
          <p:cNvPr id="31" name="Textplatzhalter 29">
            <a:extLst>
              <a:ext uri="{FF2B5EF4-FFF2-40B4-BE49-F238E27FC236}">
                <a16:creationId xmlns:a16="http://schemas.microsoft.com/office/drawing/2014/main" id="{4C5CEA1F-7070-AE28-793B-4FEB946F7A27}"/>
              </a:ext>
            </a:extLst>
          </p:cNvPr>
          <p:cNvSpPr>
            <a:spLocks noGrp="1"/>
          </p:cNvSpPr>
          <p:nvPr>
            <p:ph type="body" sz="quarter" idx="13"/>
          </p:nvPr>
        </p:nvSpPr>
        <p:spPr>
          <a:xfrm>
            <a:off x="6729691" y="2202406"/>
            <a:ext cx="5039998" cy="815340"/>
          </a:xfrm>
        </p:spPr>
        <p:txBody>
          <a:bodyPr/>
          <a:lstStyle/>
          <a:p>
            <a:pPr lvl="0"/>
            <a:r>
              <a:rPr lang="de-DE"/>
              <a:t>Mastertextformat bearbeiten</a:t>
            </a:r>
          </a:p>
        </p:txBody>
      </p:sp>
      <p:sp>
        <p:nvSpPr>
          <p:cNvPr id="32" name="Textplatzhalter 29">
            <a:extLst>
              <a:ext uri="{FF2B5EF4-FFF2-40B4-BE49-F238E27FC236}">
                <a16:creationId xmlns:a16="http://schemas.microsoft.com/office/drawing/2014/main" id="{679875F7-EEBB-BE0C-D98A-B01EB41FC81F}"/>
              </a:ext>
            </a:extLst>
          </p:cNvPr>
          <p:cNvSpPr>
            <a:spLocks noGrp="1"/>
          </p:cNvSpPr>
          <p:nvPr>
            <p:ph type="body" sz="quarter" idx="14"/>
          </p:nvPr>
        </p:nvSpPr>
        <p:spPr>
          <a:xfrm>
            <a:off x="6729692" y="3645209"/>
            <a:ext cx="5039999" cy="815340"/>
          </a:xfrm>
        </p:spPr>
        <p:txBody>
          <a:bodyPr/>
          <a:lstStyle/>
          <a:p>
            <a:pPr lvl="0"/>
            <a:r>
              <a:rPr lang="de-DE"/>
              <a:t>Mastertextformat bearbeiten</a:t>
            </a:r>
          </a:p>
        </p:txBody>
      </p:sp>
      <p:sp>
        <p:nvSpPr>
          <p:cNvPr id="33" name="Textplatzhalter 29">
            <a:extLst>
              <a:ext uri="{FF2B5EF4-FFF2-40B4-BE49-F238E27FC236}">
                <a16:creationId xmlns:a16="http://schemas.microsoft.com/office/drawing/2014/main" id="{FD606DBC-89D5-E4EC-63B3-27B2FF2E1A25}"/>
              </a:ext>
            </a:extLst>
          </p:cNvPr>
          <p:cNvSpPr>
            <a:spLocks noGrp="1"/>
          </p:cNvSpPr>
          <p:nvPr>
            <p:ph type="body" sz="quarter" idx="15"/>
          </p:nvPr>
        </p:nvSpPr>
        <p:spPr>
          <a:xfrm>
            <a:off x="6729690" y="5015461"/>
            <a:ext cx="5040000" cy="815340"/>
          </a:xfrm>
        </p:spPr>
        <p:txBody>
          <a:bodyPr/>
          <a:lstStyle/>
          <a:p>
            <a:pPr lvl="0"/>
            <a:r>
              <a:rPr lang="de-DE"/>
              <a:t>Mastertextformat bearbeiten</a:t>
            </a:r>
          </a:p>
        </p:txBody>
      </p:sp>
      <p:cxnSp>
        <p:nvCxnSpPr>
          <p:cNvPr id="4" name="Straight Connector 44">
            <a:extLst>
              <a:ext uri="{FF2B5EF4-FFF2-40B4-BE49-F238E27FC236}">
                <a16:creationId xmlns:a16="http://schemas.microsoft.com/office/drawing/2014/main" id="{5AB4C65B-41E2-AA84-D3D5-5CA4F5290DEA}"/>
              </a:ext>
            </a:extLst>
          </p:cNvPr>
          <p:cNvCxnSpPr>
            <a:cxnSpLocks/>
          </p:cNvCxnSpPr>
          <p:nvPr userDrawn="1"/>
        </p:nvCxnSpPr>
        <p:spPr>
          <a:xfrm>
            <a:off x="6248400" y="-42338"/>
            <a:ext cx="0" cy="70625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 name="Group 77">
            <a:extLst>
              <a:ext uri="{FF2B5EF4-FFF2-40B4-BE49-F238E27FC236}">
                <a16:creationId xmlns:a16="http://schemas.microsoft.com/office/drawing/2014/main" id="{BA72C80F-1D59-FB3B-41B2-D28F6BDAEAE5}"/>
              </a:ext>
            </a:extLst>
          </p:cNvPr>
          <p:cNvGrpSpPr/>
          <p:nvPr/>
        </p:nvGrpSpPr>
        <p:grpSpPr>
          <a:xfrm>
            <a:off x="5840730" y="775564"/>
            <a:ext cx="815340" cy="815340"/>
            <a:chOff x="4876800" y="666750"/>
            <a:chExt cx="304800" cy="304800"/>
          </a:xfrm>
        </p:grpSpPr>
        <p:sp>
          <p:nvSpPr>
            <p:cNvPr id="23" name="Oval 78">
              <a:extLst>
                <a:ext uri="{FF2B5EF4-FFF2-40B4-BE49-F238E27FC236}">
                  <a16:creationId xmlns:a16="http://schemas.microsoft.com/office/drawing/2014/main" id="{2FBCE249-2B5B-E026-331E-C5FABAA6E5F2}"/>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24" name="Oval 79">
              <a:extLst>
                <a:ext uri="{FF2B5EF4-FFF2-40B4-BE49-F238E27FC236}">
                  <a16:creationId xmlns:a16="http://schemas.microsoft.com/office/drawing/2014/main" id="{464B8D45-6349-BC69-E149-AFBC02C5BE10}"/>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6" name="Group 77">
            <a:extLst>
              <a:ext uri="{FF2B5EF4-FFF2-40B4-BE49-F238E27FC236}">
                <a16:creationId xmlns:a16="http://schemas.microsoft.com/office/drawing/2014/main" id="{5D7539AA-5333-0012-8983-B544159F17EA}"/>
              </a:ext>
            </a:extLst>
          </p:cNvPr>
          <p:cNvGrpSpPr/>
          <p:nvPr/>
        </p:nvGrpSpPr>
        <p:grpSpPr>
          <a:xfrm>
            <a:off x="5840730" y="2202406"/>
            <a:ext cx="815340" cy="815340"/>
            <a:chOff x="4876800" y="666750"/>
            <a:chExt cx="304800" cy="304800"/>
          </a:xfrm>
        </p:grpSpPr>
        <p:sp>
          <p:nvSpPr>
            <p:cNvPr id="18" name="Oval 78">
              <a:extLst>
                <a:ext uri="{FF2B5EF4-FFF2-40B4-BE49-F238E27FC236}">
                  <a16:creationId xmlns:a16="http://schemas.microsoft.com/office/drawing/2014/main" id="{853255DB-E2AB-40EC-37CC-4EFABC1E4A64}"/>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19" name="Oval 79">
              <a:extLst>
                <a:ext uri="{FF2B5EF4-FFF2-40B4-BE49-F238E27FC236}">
                  <a16:creationId xmlns:a16="http://schemas.microsoft.com/office/drawing/2014/main" id="{E5757655-62A9-EA55-90B6-5A56EB06634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6" name="Group 77">
            <a:extLst>
              <a:ext uri="{FF2B5EF4-FFF2-40B4-BE49-F238E27FC236}">
                <a16:creationId xmlns:a16="http://schemas.microsoft.com/office/drawing/2014/main" id="{E0732373-31BB-1C89-B2CA-514B38462928}"/>
              </a:ext>
            </a:extLst>
          </p:cNvPr>
          <p:cNvGrpSpPr/>
          <p:nvPr/>
        </p:nvGrpSpPr>
        <p:grpSpPr>
          <a:xfrm>
            <a:off x="5840730" y="3645209"/>
            <a:ext cx="815340" cy="815340"/>
            <a:chOff x="4876800" y="666750"/>
            <a:chExt cx="304800" cy="304800"/>
          </a:xfrm>
        </p:grpSpPr>
        <p:sp>
          <p:nvSpPr>
            <p:cNvPr id="8" name="Oval 78">
              <a:extLst>
                <a:ext uri="{FF2B5EF4-FFF2-40B4-BE49-F238E27FC236}">
                  <a16:creationId xmlns:a16="http://schemas.microsoft.com/office/drawing/2014/main" id="{240F6B21-AEDF-E9CE-0700-C3C4B1E881A7}"/>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9" name="Oval 79">
              <a:extLst>
                <a:ext uri="{FF2B5EF4-FFF2-40B4-BE49-F238E27FC236}">
                  <a16:creationId xmlns:a16="http://schemas.microsoft.com/office/drawing/2014/main" id="{36AA3A8A-2B79-CB9E-70B4-038C1F39229C}"/>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1" name="Group 77">
            <a:extLst>
              <a:ext uri="{FF2B5EF4-FFF2-40B4-BE49-F238E27FC236}">
                <a16:creationId xmlns:a16="http://schemas.microsoft.com/office/drawing/2014/main" id="{5F981055-BF3B-CE70-845E-04F8647BE8C6}"/>
              </a:ext>
            </a:extLst>
          </p:cNvPr>
          <p:cNvGrpSpPr/>
          <p:nvPr/>
        </p:nvGrpSpPr>
        <p:grpSpPr>
          <a:xfrm>
            <a:off x="5840730" y="5015461"/>
            <a:ext cx="815340" cy="815340"/>
            <a:chOff x="4876800" y="666750"/>
            <a:chExt cx="304800" cy="304800"/>
          </a:xfrm>
        </p:grpSpPr>
        <p:sp>
          <p:nvSpPr>
            <p:cNvPr id="13" name="Oval 78">
              <a:extLst>
                <a:ext uri="{FF2B5EF4-FFF2-40B4-BE49-F238E27FC236}">
                  <a16:creationId xmlns:a16="http://schemas.microsoft.com/office/drawing/2014/main" id="{1ED7C059-F301-4901-7B25-5A6D400FAC0A}"/>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sp>
          <p:nvSpPr>
            <p:cNvPr id="14" name="Oval 79">
              <a:extLst>
                <a:ext uri="{FF2B5EF4-FFF2-40B4-BE49-F238E27FC236}">
                  <a16:creationId xmlns:a16="http://schemas.microsoft.com/office/drawing/2014/main" id="{79AE2105-D10F-7879-2391-DBF116CF4B5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grpSp>
    </p:spTree>
    <p:extLst>
      <p:ext uri="{BB962C8B-B14F-4D97-AF65-F5344CB8AC3E}">
        <p14:creationId xmlns:p14="http://schemas.microsoft.com/office/powerpoint/2010/main" val="25630621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3_Benutzerdefiniertes Layout">
    <p:spTree>
      <p:nvGrpSpPr>
        <p:cNvPr id="1" name=""/>
        <p:cNvGrpSpPr/>
        <p:nvPr/>
      </p:nvGrpSpPr>
      <p:grpSpPr>
        <a:xfrm>
          <a:off x="0" y="0"/>
          <a:ext cx="0" cy="0"/>
          <a:chOff x="0" y="0"/>
          <a:chExt cx="0" cy="0"/>
        </a:xfrm>
      </p:grpSpPr>
      <p:pic>
        <p:nvPicPr>
          <p:cNvPr id="12" name="Bildplatzhalter 5">
            <a:extLst>
              <a:ext uri="{FF2B5EF4-FFF2-40B4-BE49-F238E27FC236}">
                <a16:creationId xmlns:a16="http://schemas.microsoft.com/office/drawing/2014/main" id="{6CAD2DE6-C8C4-0064-1598-44A373CB8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2" y="0"/>
            <a:ext cx="6248393" cy="6858000"/>
          </a:xfrm>
          <a:prstGeom prst="rect">
            <a:avLst/>
          </a:prstGeom>
        </p:spPr>
      </p:pic>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30" name="Textplatzhalter 29">
            <a:extLst>
              <a:ext uri="{FF2B5EF4-FFF2-40B4-BE49-F238E27FC236}">
                <a16:creationId xmlns:a16="http://schemas.microsoft.com/office/drawing/2014/main" id="{FBA8A76B-6DF8-1949-868F-1EFFDBAEEE5F}"/>
              </a:ext>
            </a:extLst>
          </p:cNvPr>
          <p:cNvSpPr>
            <a:spLocks noGrp="1"/>
          </p:cNvSpPr>
          <p:nvPr>
            <p:ph type="body" sz="quarter" idx="12"/>
          </p:nvPr>
        </p:nvSpPr>
        <p:spPr>
          <a:xfrm>
            <a:off x="6729691" y="775565"/>
            <a:ext cx="5039991" cy="815340"/>
          </a:xfrm>
        </p:spPr>
        <p:txBody>
          <a:bodyPr/>
          <a:lstStyle/>
          <a:p>
            <a:pPr lvl="0"/>
            <a:r>
              <a:rPr lang="de-DE"/>
              <a:t>Mastertextformat bearbeiten</a:t>
            </a:r>
          </a:p>
        </p:txBody>
      </p:sp>
      <p:sp>
        <p:nvSpPr>
          <p:cNvPr id="31" name="Textplatzhalter 29">
            <a:extLst>
              <a:ext uri="{FF2B5EF4-FFF2-40B4-BE49-F238E27FC236}">
                <a16:creationId xmlns:a16="http://schemas.microsoft.com/office/drawing/2014/main" id="{4C5CEA1F-7070-AE28-793B-4FEB946F7A27}"/>
              </a:ext>
            </a:extLst>
          </p:cNvPr>
          <p:cNvSpPr>
            <a:spLocks noGrp="1"/>
          </p:cNvSpPr>
          <p:nvPr>
            <p:ph type="body" sz="quarter" idx="13"/>
          </p:nvPr>
        </p:nvSpPr>
        <p:spPr>
          <a:xfrm>
            <a:off x="6729691" y="2202406"/>
            <a:ext cx="5039998" cy="815340"/>
          </a:xfrm>
        </p:spPr>
        <p:txBody>
          <a:bodyPr/>
          <a:lstStyle/>
          <a:p>
            <a:pPr lvl="0"/>
            <a:r>
              <a:rPr lang="de-DE"/>
              <a:t>Mastertextformat bearbeiten</a:t>
            </a:r>
          </a:p>
        </p:txBody>
      </p:sp>
      <p:sp>
        <p:nvSpPr>
          <p:cNvPr id="32" name="Textplatzhalter 29">
            <a:extLst>
              <a:ext uri="{FF2B5EF4-FFF2-40B4-BE49-F238E27FC236}">
                <a16:creationId xmlns:a16="http://schemas.microsoft.com/office/drawing/2014/main" id="{679875F7-EEBB-BE0C-D98A-B01EB41FC81F}"/>
              </a:ext>
            </a:extLst>
          </p:cNvPr>
          <p:cNvSpPr>
            <a:spLocks noGrp="1"/>
          </p:cNvSpPr>
          <p:nvPr>
            <p:ph type="body" sz="quarter" idx="14"/>
          </p:nvPr>
        </p:nvSpPr>
        <p:spPr>
          <a:xfrm>
            <a:off x="6729692" y="3645209"/>
            <a:ext cx="5039999" cy="815340"/>
          </a:xfrm>
        </p:spPr>
        <p:txBody>
          <a:bodyPr/>
          <a:lstStyle/>
          <a:p>
            <a:pPr lvl="0"/>
            <a:r>
              <a:rPr lang="de-DE"/>
              <a:t>Mastertextformat bearbeiten</a:t>
            </a:r>
          </a:p>
        </p:txBody>
      </p:sp>
      <p:sp>
        <p:nvSpPr>
          <p:cNvPr id="33" name="Textplatzhalter 29">
            <a:extLst>
              <a:ext uri="{FF2B5EF4-FFF2-40B4-BE49-F238E27FC236}">
                <a16:creationId xmlns:a16="http://schemas.microsoft.com/office/drawing/2014/main" id="{FD606DBC-89D5-E4EC-63B3-27B2FF2E1A25}"/>
              </a:ext>
            </a:extLst>
          </p:cNvPr>
          <p:cNvSpPr>
            <a:spLocks noGrp="1"/>
          </p:cNvSpPr>
          <p:nvPr>
            <p:ph type="body" sz="quarter" idx="15"/>
          </p:nvPr>
        </p:nvSpPr>
        <p:spPr>
          <a:xfrm>
            <a:off x="6729690" y="5015461"/>
            <a:ext cx="5040000" cy="815340"/>
          </a:xfrm>
        </p:spPr>
        <p:txBody>
          <a:bodyPr/>
          <a:lstStyle/>
          <a:p>
            <a:pPr lvl="0"/>
            <a:r>
              <a:rPr lang="de-DE"/>
              <a:t>Mastertextformat bearbeiten</a:t>
            </a:r>
          </a:p>
        </p:txBody>
      </p:sp>
      <p:cxnSp>
        <p:nvCxnSpPr>
          <p:cNvPr id="4" name="Straight Connector 44">
            <a:extLst>
              <a:ext uri="{FF2B5EF4-FFF2-40B4-BE49-F238E27FC236}">
                <a16:creationId xmlns:a16="http://schemas.microsoft.com/office/drawing/2014/main" id="{5AB4C65B-41E2-AA84-D3D5-5CA4F5290DEA}"/>
              </a:ext>
            </a:extLst>
          </p:cNvPr>
          <p:cNvCxnSpPr>
            <a:cxnSpLocks/>
          </p:cNvCxnSpPr>
          <p:nvPr userDrawn="1"/>
        </p:nvCxnSpPr>
        <p:spPr>
          <a:xfrm>
            <a:off x="6248400" y="-42338"/>
            <a:ext cx="0" cy="70625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 name="Group 77">
            <a:extLst>
              <a:ext uri="{FF2B5EF4-FFF2-40B4-BE49-F238E27FC236}">
                <a16:creationId xmlns:a16="http://schemas.microsoft.com/office/drawing/2014/main" id="{BA72C80F-1D59-FB3B-41B2-D28F6BDAEAE5}"/>
              </a:ext>
            </a:extLst>
          </p:cNvPr>
          <p:cNvGrpSpPr/>
          <p:nvPr/>
        </p:nvGrpSpPr>
        <p:grpSpPr>
          <a:xfrm>
            <a:off x="5840730" y="775564"/>
            <a:ext cx="815340" cy="815340"/>
            <a:chOff x="4876800" y="666750"/>
            <a:chExt cx="304800" cy="304800"/>
          </a:xfrm>
        </p:grpSpPr>
        <p:sp>
          <p:nvSpPr>
            <p:cNvPr id="23" name="Oval 78">
              <a:extLst>
                <a:ext uri="{FF2B5EF4-FFF2-40B4-BE49-F238E27FC236}">
                  <a16:creationId xmlns:a16="http://schemas.microsoft.com/office/drawing/2014/main" id="{2FBCE249-2B5B-E026-331E-C5FABAA6E5F2}"/>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24" name="Oval 79">
              <a:extLst>
                <a:ext uri="{FF2B5EF4-FFF2-40B4-BE49-F238E27FC236}">
                  <a16:creationId xmlns:a16="http://schemas.microsoft.com/office/drawing/2014/main" id="{464B8D45-6349-BC69-E149-AFBC02C5BE10}"/>
                </a:ext>
              </a:extLst>
            </p:cNvPr>
            <p:cNvSpPr/>
            <p:nvPr/>
          </p:nvSpPr>
          <p:spPr bwMode="auto">
            <a:xfrm>
              <a:off x="4904322" y="694273"/>
              <a:ext cx="249756" cy="249755"/>
            </a:xfrm>
            <a:prstGeom prst="ellipse">
              <a:avLst/>
            </a:prstGeom>
            <a:solidFill>
              <a:srgbClr val="DB002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6" name="Group 77">
            <a:extLst>
              <a:ext uri="{FF2B5EF4-FFF2-40B4-BE49-F238E27FC236}">
                <a16:creationId xmlns:a16="http://schemas.microsoft.com/office/drawing/2014/main" id="{5D7539AA-5333-0012-8983-B544159F17EA}"/>
              </a:ext>
            </a:extLst>
          </p:cNvPr>
          <p:cNvGrpSpPr/>
          <p:nvPr/>
        </p:nvGrpSpPr>
        <p:grpSpPr>
          <a:xfrm>
            <a:off x="5840730" y="2202406"/>
            <a:ext cx="815340" cy="815340"/>
            <a:chOff x="4876800" y="666750"/>
            <a:chExt cx="304800" cy="304800"/>
          </a:xfrm>
        </p:grpSpPr>
        <p:sp>
          <p:nvSpPr>
            <p:cNvPr id="18" name="Oval 78">
              <a:extLst>
                <a:ext uri="{FF2B5EF4-FFF2-40B4-BE49-F238E27FC236}">
                  <a16:creationId xmlns:a16="http://schemas.microsoft.com/office/drawing/2014/main" id="{853255DB-E2AB-40EC-37CC-4EFABC1E4A64}"/>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19" name="Oval 79">
              <a:extLst>
                <a:ext uri="{FF2B5EF4-FFF2-40B4-BE49-F238E27FC236}">
                  <a16:creationId xmlns:a16="http://schemas.microsoft.com/office/drawing/2014/main" id="{E5757655-62A9-EA55-90B6-5A56EB06634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6" name="Group 77">
            <a:extLst>
              <a:ext uri="{FF2B5EF4-FFF2-40B4-BE49-F238E27FC236}">
                <a16:creationId xmlns:a16="http://schemas.microsoft.com/office/drawing/2014/main" id="{E0732373-31BB-1C89-B2CA-514B38462928}"/>
              </a:ext>
            </a:extLst>
          </p:cNvPr>
          <p:cNvGrpSpPr/>
          <p:nvPr/>
        </p:nvGrpSpPr>
        <p:grpSpPr>
          <a:xfrm>
            <a:off x="5840730" y="3645209"/>
            <a:ext cx="815340" cy="815340"/>
            <a:chOff x="4876800" y="666750"/>
            <a:chExt cx="304800" cy="304800"/>
          </a:xfrm>
        </p:grpSpPr>
        <p:sp>
          <p:nvSpPr>
            <p:cNvPr id="8" name="Oval 78">
              <a:extLst>
                <a:ext uri="{FF2B5EF4-FFF2-40B4-BE49-F238E27FC236}">
                  <a16:creationId xmlns:a16="http://schemas.microsoft.com/office/drawing/2014/main" id="{240F6B21-AEDF-E9CE-0700-C3C4B1E881A7}"/>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9" name="Oval 79">
              <a:extLst>
                <a:ext uri="{FF2B5EF4-FFF2-40B4-BE49-F238E27FC236}">
                  <a16:creationId xmlns:a16="http://schemas.microsoft.com/office/drawing/2014/main" id="{36AA3A8A-2B79-CB9E-70B4-038C1F39229C}"/>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1" name="Group 77">
            <a:extLst>
              <a:ext uri="{FF2B5EF4-FFF2-40B4-BE49-F238E27FC236}">
                <a16:creationId xmlns:a16="http://schemas.microsoft.com/office/drawing/2014/main" id="{5F981055-BF3B-CE70-845E-04F8647BE8C6}"/>
              </a:ext>
            </a:extLst>
          </p:cNvPr>
          <p:cNvGrpSpPr/>
          <p:nvPr/>
        </p:nvGrpSpPr>
        <p:grpSpPr>
          <a:xfrm>
            <a:off x="5840730" y="5015461"/>
            <a:ext cx="815340" cy="815340"/>
            <a:chOff x="4876800" y="666750"/>
            <a:chExt cx="304800" cy="304800"/>
          </a:xfrm>
        </p:grpSpPr>
        <p:sp>
          <p:nvSpPr>
            <p:cNvPr id="13" name="Oval 78">
              <a:extLst>
                <a:ext uri="{FF2B5EF4-FFF2-40B4-BE49-F238E27FC236}">
                  <a16:creationId xmlns:a16="http://schemas.microsoft.com/office/drawing/2014/main" id="{1ED7C059-F301-4901-7B25-5A6D400FAC0A}"/>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sp>
          <p:nvSpPr>
            <p:cNvPr id="14" name="Oval 79">
              <a:extLst>
                <a:ext uri="{FF2B5EF4-FFF2-40B4-BE49-F238E27FC236}">
                  <a16:creationId xmlns:a16="http://schemas.microsoft.com/office/drawing/2014/main" id="{79AE2105-D10F-7879-2391-DBF116CF4B5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grpSp>
    </p:spTree>
    <p:extLst>
      <p:ext uri="{BB962C8B-B14F-4D97-AF65-F5344CB8AC3E}">
        <p14:creationId xmlns:p14="http://schemas.microsoft.com/office/powerpoint/2010/main" val="33115137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4_Benutzerdefiniertes Layout">
    <p:spTree>
      <p:nvGrpSpPr>
        <p:cNvPr id="1" name=""/>
        <p:cNvGrpSpPr/>
        <p:nvPr/>
      </p:nvGrpSpPr>
      <p:grpSpPr>
        <a:xfrm>
          <a:off x="0" y="0"/>
          <a:ext cx="0" cy="0"/>
          <a:chOff x="0" y="0"/>
          <a:chExt cx="0" cy="0"/>
        </a:xfrm>
      </p:grpSpPr>
      <p:pic>
        <p:nvPicPr>
          <p:cNvPr id="12" name="Bildplatzhalter 5">
            <a:extLst>
              <a:ext uri="{FF2B5EF4-FFF2-40B4-BE49-F238E27FC236}">
                <a16:creationId xmlns:a16="http://schemas.microsoft.com/office/drawing/2014/main" id="{6CAD2DE6-C8C4-0064-1598-44A373CB8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2" y="0"/>
            <a:ext cx="6248393" cy="6858000"/>
          </a:xfrm>
          <a:prstGeom prst="rect">
            <a:avLst/>
          </a:prstGeom>
        </p:spPr>
      </p:pic>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30" name="Textplatzhalter 29">
            <a:extLst>
              <a:ext uri="{FF2B5EF4-FFF2-40B4-BE49-F238E27FC236}">
                <a16:creationId xmlns:a16="http://schemas.microsoft.com/office/drawing/2014/main" id="{FBA8A76B-6DF8-1949-868F-1EFFDBAEEE5F}"/>
              </a:ext>
            </a:extLst>
          </p:cNvPr>
          <p:cNvSpPr>
            <a:spLocks noGrp="1"/>
          </p:cNvSpPr>
          <p:nvPr>
            <p:ph type="body" sz="quarter" idx="12"/>
          </p:nvPr>
        </p:nvSpPr>
        <p:spPr>
          <a:xfrm>
            <a:off x="6729691" y="775565"/>
            <a:ext cx="5039991" cy="815340"/>
          </a:xfrm>
        </p:spPr>
        <p:txBody>
          <a:bodyPr/>
          <a:lstStyle/>
          <a:p>
            <a:pPr lvl="0"/>
            <a:r>
              <a:rPr lang="de-DE"/>
              <a:t>Mastertextformat bearbeiten</a:t>
            </a:r>
          </a:p>
        </p:txBody>
      </p:sp>
      <p:sp>
        <p:nvSpPr>
          <p:cNvPr id="31" name="Textplatzhalter 29">
            <a:extLst>
              <a:ext uri="{FF2B5EF4-FFF2-40B4-BE49-F238E27FC236}">
                <a16:creationId xmlns:a16="http://schemas.microsoft.com/office/drawing/2014/main" id="{4C5CEA1F-7070-AE28-793B-4FEB946F7A27}"/>
              </a:ext>
            </a:extLst>
          </p:cNvPr>
          <p:cNvSpPr>
            <a:spLocks noGrp="1"/>
          </p:cNvSpPr>
          <p:nvPr>
            <p:ph type="body" sz="quarter" idx="13"/>
          </p:nvPr>
        </p:nvSpPr>
        <p:spPr>
          <a:xfrm>
            <a:off x="6729691" y="2202406"/>
            <a:ext cx="5039998" cy="815340"/>
          </a:xfrm>
        </p:spPr>
        <p:txBody>
          <a:bodyPr/>
          <a:lstStyle/>
          <a:p>
            <a:pPr lvl="0"/>
            <a:r>
              <a:rPr lang="de-DE"/>
              <a:t>Mastertextformat bearbeiten</a:t>
            </a:r>
          </a:p>
        </p:txBody>
      </p:sp>
      <p:sp>
        <p:nvSpPr>
          <p:cNvPr id="32" name="Textplatzhalter 29">
            <a:extLst>
              <a:ext uri="{FF2B5EF4-FFF2-40B4-BE49-F238E27FC236}">
                <a16:creationId xmlns:a16="http://schemas.microsoft.com/office/drawing/2014/main" id="{679875F7-EEBB-BE0C-D98A-B01EB41FC81F}"/>
              </a:ext>
            </a:extLst>
          </p:cNvPr>
          <p:cNvSpPr>
            <a:spLocks noGrp="1"/>
          </p:cNvSpPr>
          <p:nvPr>
            <p:ph type="body" sz="quarter" idx="14"/>
          </p:nvPr>
        </p:nvSpPr>
        <p:spPr>
          <a:xfrm>
            <a:off x="6729692" y="3645209"/>
            <a:ext cx="5039999" cy="815340"/>
          </a:xfrm>
        </p:spPr>
        <p:txBody>
          <a:bodyPr/>
          <a:lstStyle/>
          <a:p>
            <a:pPr lvl="0"/>
            <a:r>
              <a:rPr lang="de-DE"/>
              <a:t>Mastertextformat bearbeiten</a:t>
            </a:r>
          </a:p>
        </p:txBody>
      </p:sp>
      <p:sp>
        <p:nvSpPr>
          <p:cNvPr id="33" name="Textplatzhalter 29">
            <a:extLst>
              <a:ext uri="{FF2B5EF4-FFF2-40B4-BE49-F238E27FC236}">
                <a16:creationId xmlns:a16="http://schemas.microsoft.com/office/drawing/2014/main" id="{FD606DBC-89D5-E4EC-63B3-27B2FF2E1A25}"/>
              </a:ext>
            </a:extLst>
          </p:cNvPr>
          <p:cNvSpPr>
            <a:spLocks noGrp="1"/>
          </p:cNvSpPr>
          <p:nvPr>
            <p:ph type="body" sz="quarter" idx="15"/>
          </p:nvPr>
        </p:nvSpPr>
        <p:spPr>
          <a:xfrm>
            <a:off x="6729690" y="5015461"/>
            <a:ext cx="5040000" cy="815340"/>
          </a:xfrm>
        </p:spPr>
        <p:txBody>
          <a:bodyPr/>
          <a:lstStyle/>
          <a:p>
            <a:pPr lvl="0"/>
            <a:r>
              <a:rPr lang="de-DE"/>
              <a:t>Mastertextformat bearbeiten</a:t>
            </a:r>
          </a:p>
        </p:txBody>
      </p:sp>
      <p:cxnSp>
        <p:nvCxnSpPr>
          <p:cNvPr id="4" name="Straight Connector 44">
            <a:extLst>
              <a:ext uri="{FF2B5EF4-FFF2-40B4-BE49-F238E27FC236}">
                <a16:creationId xmlns:a16="http://schemas.microsoft.com/office/drawing/2014/main" id="{5AB4C65B-41E2-AA84-D3D5-5CA4F5290DEA}"/>
              </a:ext>
            </a:extLst>
          </p:cNvPr>
          <p:cNvCxnSpPr>
            <a:cxnSpLocks/>
          </p:cNvCxnSpPr>
          <p:nvPr userDrawn="1"/>
        </p:nvCxnSpPr>
        <p:spPr>
          <a:xfrm>
            <a:off x="6248400" y="-42338"/>
            <a:ext cx="0" cy="70625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 name="Group 77">
            <a:extLst>
              <a:ext uri="{FF2B5EF4-FFF2-40B4-BE49-F238E27FC236}">
                <a16:creationId xmlns:a16="http://schemas.microsoft.com/office/drawing/2014/main" id="{BA72C80F-1D59-FB3B-41B2-D28F6BDAEAE5}"/>
              </a:ext>
            </a:extLst>
          </p:cNvPr>
          <p:cNvGrpSpPr/>
          <p:nvPr/>
        </p:nvGrpSpPr>
        <p:grpSpPr>
          <a:xfrm>
            <a:off x="5840730" y="775564"/>
            <a:ext cx="815340" cy="815340"/>
            <a:chOff x="4876800" y="666750"/>
            <a:chExt cx="304800" cy="304800"/>
          </a:xfrm>
        </p:grpSpPr>
        <p:sp>
          <p:nvSpPr>
            <p:cNvPr id="23" name="Oval 78">
              <a:extLst>
                <a:ext uri="{FF2B5EF4-FFF2-40B4-BE49-F238E27FC236}">
                  <a16:creationId xmlns:a16="http://schemas.microsoft.com/office/drawing/2014/main" id="{2FBCE249-2B5B-E026-331E-C5FABAA6E5F2}"/>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24" name="Oval 79">
              <a:extLst>
                <a:ext uri="{FF2B5EF4-FFF2-40B4-BE49-F238E27FC236}">
                  <a16:creationId xmlns:a16="http://schemas.microsoft.com/office/drawing/2014/main" id="{464B8D45-6349-BC69-E149-AFBC02C5BE10}"/>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6" name="Group 77">
            <a:extLst>
              <a:ext uri="{FF2B5EF4-FFF2-40B4-BE49-F238E27FC236}">
                <a16:creationId xmlns:a16="http://schemas.microsoft.com/office/drawing/2014/main" id="{5D7539AA-5333-0012-8983-B544159F17EA}"/>
              </a:ext>
            </a:extLst>
          </p:cNvPr>
          <p:cNvGrpSpPr/>
          <p:nvPr/>
        </p:nvGrpSpPr>
        <p:grpSpPr>
          <a:xfrm>
            <a:off x="5840730" y="2202406"/>
            <a:ext cx="815340" cy="815340"/>
            <a:chOff x="4876800" y="666750"/>
            <a:chExt cx="304800" cy="304800"/>
          </a:xfrm>
        </p:grpSpPr>
        <p:sp>
          <p:nvSpPr>
            <p:cNvPr id="18" name="Oval 78">
              <a:extLst>
                <a:ext uri="{FF2B5EF4-FFF2-40B4-BE49-F238E27FC236}">
                  <a16:creationId xmlns:a16="http://schemas.microsoft.com/office/drawing/2014/main" id="{853255DB-E2AB-40EC-37CC-4EFABC1E4A64}"/>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19" name="Oval 79">
              <a:extLst>
                <a:ext uri="{FF2B5EF4-FFF2-40B4-BE49-F238E27FC236}">
                  <a16:creationId xmlns:a16="http://schemas.microsoft.com/office/drawing/2014/main" id="{E5757655-62A9-EA55-90B6-5A56EB066346}"/>
                </a:ext>
              </a:extLst>
            </p:cNvPr>
            <p:cNvSpPr/>
            <p:nvPr/>
          </p:nvSpPr>
          <p:spPr bwMode="auto">
            <a:xfrm>
              <a:off x="4904322" y="694273"/>
              <a:ext cx="249756" cy="249755"/>
            </a:xfrm>
            <a:prstGeom prst="ellipse">
              <a:avLst/>
            </a:prstGeom>
            <a:solidFill>
              <a:srgbClr val="DB002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6" name="Group 77">
            <a:extLst>
              <a:ext uri="{FF2B5EF4-FFF2-40B4-BE49-F238E27FC236}">
                <a16:creationId xmlns:a16="http://schemas.microsoft.com/office/drawing/2014/main" id="{E0732373-31BB-1C89-B2CA-514B38462928}"/>
              </a:ext>
            </a:extLst>
          </p:cNvPr>
          <p:cNvGrpSpPr/>
          <p:nvPr/>
        </p:nvGrpSpPr>
        <p:grpSpPr>
          <a:xfrm>
            <a:off x="5840730" y="3645209"/>
            <a:ext cx="815340" cy="815340"/>
            <a:chOff x="4876800" y="666750"/>
            <a:chExt cx="304800" cy="304800"/>
          </a:xfrm>
        </p:grpSpPr>
        <p:sp>
          <p:nvSpPr>
            <p:cNvPr id="8" name="Oval 78">
              <a:extLst>
                <a:ext uri="{FF2B5EF4-FFF2-40B4-BE49-F238E27FC236}">
                  <a16:creationId xmlns:a16="http://schemas.microsoft.com/office/drawing/2014/main" id="{240F6B21-AEDF-E9CE-0700-C3C4B1E881A7}"/>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9" name="Oval 79">
              <a:extLst>
                <a:ext uri="{FF2B5EF4-FFF2-40B4-BE49-F238E27FC236}">
                  <a16:creationId xmlns:a16="http://schemas.microsoft.com/office/drawing/2014/main" id="{36AA3A8A-2B79-CB9E-70B4-038C1F39229C}"/>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1" name="Group 77">
            <a:extLst>
              <a:ext uri="{FF2B5EF4-FFF2-40B4-BE49-F238E27FC236}">
                <a16:creationId xmlns:a16="http://schemas.microsoft.com/office/drawing/2014/main" id="{5F981055-BF3B-CE70-845E-04F8647BE8C6}"/>
              </a:ext>
            </a:extLst>
          </p:cNvPr>
          <p:cNvGrpSpPr/>
          <p:nvPr/>
        </p:nvGrpSpPr>
        <p:grpSpPr>
          <a:xfrm>
            <a:off x="5840730" y="5015461"/>
            <a:ext cx="815340" cy="815340"/>
            <a:chOff x="4876800" y="666750"/>
            <a:chExt cx="304800" cy="304800"/>
          </a:xfrm>
        </p:grpSpPr>
        <p:sp>
          <p:nvSpPr>
            <p:cNvPr id="13" name="Oval 78">
              <a:extLst>
                <a:ext uri="{FF2B5EF4-FFF2-40B4-BE49-F238E27FC236}">
                  <a16:creationId xmlns:a16="http://schemas.microsoft.com/office/drawing/2014/main" id="{1ED7C059-F301-4901-7B25-5A6D400FAC0A}"/>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sp>
          <p:nvSpPr>
            <p:cNvPr id="14" name="Oval 79">
              <a:extLst>
                <a:ext uri="{FF2B5EF4-FFF2-40B4-BE49-F238E27FC236}">
                  <a16:creationId xmlns:a16="http://schemas.microsoft.com/office/drawing/2014/main" id="{79AE2105-D10F-7879-2391-DBF116CF4B5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grpSp>
    </p:spTree>
    <p:extLst>
      <p:ext uri="{BB962C8B-B14F-4D97-AF65-F5344CB8AC3E}">
        <p14:creationId xmlns:p14="http://schemas.microsoft.com/office/powerpoint/2010/main" val="13420825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5_Benutzerdefiniertes Layout">
    <p:spTree>
      <p:nvGrpSpPr>
        <p:cNvPr id="1" name=""/>
        <p:cNvGrpSpPr/>
        <p:nvPr/>
      </p:nvGrpSpPr>
      <p:grpSpPr>
        <a:xfrm>
          <a:off x="0" y="0"/>
          <a:ext cx="0" cy="0"/>
          <a:chOff x="0" y="0"/>
          <a:chExt cx="0" cy="0"/>
        </a:xfrm>
      </p:grpSpPr>
      <p:pic>
        <p:nvPicPr>
          <p:cNvPr id="12" name="Bildplatzhalter 5">
            <a:extLst>
              <a:ext uri="{FF2B5EF4-FFF2-40B4-BE49-F238E27FC236}">
                <a16:creationId xmlns:a16="http://schemas.microsoft.com/office/drawing/2014/main" id="{6CAD2DE6-C8C4-0064-1598-44A373CB8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2" y="0"/>
            <a:ext cx="6248393" cy="6858000"/>
          </a:xfrm>
          <a:prstGeom prst="rect">
            <a:avLst/>
          </a:prstGeom>
        </p:spPr>
      </p:pic>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30" name="Textplatzhalter 29">
            <a:extLst>
              <a:ext uri="{FF2B5EF4-FFF2-40B4-BE49-F238E27FC236}">
                <a16:creationId xmlns:a16="http://schemas.microsoft.com/office/drawing/2014/main" id="{FBA8A76B-6DF8-1949-868F-1EFFDBAEEE5F}"/>
              </a:ext>
            </a:extLst>
          </p:cNvPr>
          <p:cNvSpPr>
            <a:spLocks noGrp="1"/>
          </p:cNvSpPr>
          <p:nvPr>
            <p:ph type="body" sz="quarter" idx="12"/>
          </p:nvPr>
        </p:nvSpPr>
        <p:spPr>
          <a:xfrm>
            <a:off x="6729691" y="775565"/>
            <a:ext cx="5039991" cy="815340"/>
          </a:xfrm>
        </p:spPr>
        <p:txBody>
          <a:bodyPr/>
          <a:lstStyle/>
          <a:p>
            <a:pPr lvl="0"/>
            <a:r>
              <a:rPr lang="de-DE"/>
              <a:t>Mastertextformat bearbeiten</a:t>
            </a:r>
          </a:p>
        </p:txBody>
      </p:sp>
      <p:sp>
        <p:nvSpPr>
          <p:cNvPr id="31" name="Textplatzhalter 29">
            <a:extLst>
              <a:ext uri="{FF2B5EF4-FFF2-40B4-BE49-F238E27FC236}">
                <a16:creationId xmlns:a16="http://schemas.microsoft.com/office/drawing/2014/main" id="{4C5CEA1F-7070-AE28-793B-4FEB946F7A27}"/>
              </a:ext>
            </a:extLst>
          </p:cNvPr>
          <p:cNvSpPr>
            <a:spLocks noGrp="1"/>
          </p:cNvSpPr>
          <p:nvPr>
            <p:ph type="body" sz="quarter" idx="13"/>
          </p:nvPr>
        </p:nvSpPr>
        <p:spPr>
          <a:xfrm>
            <a:off x="6729691" y="2202406"/>
            <a:ext cx="5039998" cy="815340"/>
          </a:xfrm>
        </p:spPr>
        <p:txBody>
          <a:bodyPr/>
          <a:lstStyle/>
          <a:p>
            <a:pPr lvl="0"/>
            <a:r>
              <a:rPr lang="de-DE"/>
              <a:t>Mastertextformat bearbeiten</a:t>
            </a:r>
          </a:p>
        </p:txBody>
      </p:sp>
      <p:sp>
        <p:nvSpPr>
          <p:cNvPr id="32" name="Textplatzhalter 29">
            <a:extLst>
              <a:ext uri="{FF2B5EF4-FFF2-40B4-BE49-F238E27FC236}">
                <a16:creationId xmlns:a16="http://schemas.microsoft.com/office/drawing/2014/main" id="{679875F7-EEBB-BE0C-D98A-B01EB41FC81F}"/>
              </a:ext>
            </a:extLst>
          </p:cNvPr>
          <p:cNvSpPr>
            <a:spLocks noGrp="1"/>
          </p:cNvSpPr>
          <p:nvPr>
            <p:ph type="body" sz="quarter" idx="14"/>
          </p:nvPr>
        </p:nvSpPr>
        <p:spPr>
          <a:xfrm>
            <a:off x="6729692" y="3645209"/>
            <a:ext cx="5039999" cy="815340"/>
          </a:xfrm>
        </p:spPr>
        <p:txBody>
          <a:bodyPr/>
          <a:lstStyle/>
          <a:p>
            <a:pPr lvl="0"/>
            <a:r>
              <a:rPr lang="de-DE"/>
              <a:t>Mastertextformat bearbeiten</a:t>
            </a:r>
          </a:p>
        </p:txBody>
      </p:sp>
      <p:sp>
        <p:nvSpPr>
          <p:cNvPr id="33" name="Textplatzhalter 29">
            <a:extLst>
              <a:ext uri="{FF2B5EF4-FFF2-40B4-BE49-F238E27FC236}">
                <a16:creationId xmlns:a16="http://schemas.microsoft.com/office/drawing/2014/main" id="{FD606DBC-89D5-E4EC-63B3-27B2FF2E1A25}"/>
              </a:ext>
            </a:extLst>
          </p:cNvPr>
          <p:cNvSpPr>
            <a:spLocks noGrp="1"/>
          </p:cNvSpPr>
          <p:nvPr>
            <p:ph type="body" sz="quarter" idx="15"/>
          </p:nvPr>
        </p:nvSpPr>
        <p:spPr>
          <a:xfrm>
            <a:off x="6729690" y="5015461"/>
            <a:ext cx="5040000" cy="815340"/>
          </a:xfrm>
        </p:spPr>
        <p:txBody>
          <a:bodyPr/>
          <a:lstStyle/>
          <a:p>
            <a:pPr lvl="0"/>
            <a:r>
              <a:rPr lang="de-DE"/>
              <a:t>Mastertextformat bearbeiten</a:t>
            </a:r>
          </a:p>
        </p:txBody>
      </p:sp>
      <p:cxnSp>
        <p:nvCxnSpPr>
          <p:cNvPr id="4" name="Straight Connector 44">
            <a:extLst>
              <a:ext uri="{FF2B5EF4-FFF2-40B4-BE49-F238E27FC236}">
                <a16:creationId xmlns:a16="http://schemas.microsoft.com/office/drawing/2014/main" id="{5AB4C65B-41E2-AA84-D3D5-5CA4F5290DEA}"/>
              </a:ext>
            </a:extLst>
          </p:cNvPr>
          <p:cNvCxnSpPr>
            <a:cxnSpLocks/>
          </p:cNvCxnSpPr>
          <p:nvPr userDrawn="1"/>
        </p:nvCxnSpPr>
        <p:spPr>
          <a:xfrm>
            <a:off x="6248400" y="-42338"/>
            <a:ext cx="0" cy="70625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 name="Group 77">
            <a:extLst>
              <a:ext uri="{FF2B5EF4-FFF2-40B4-BE49-F238E27FC236}">
                <a16:creationId xmlns:a16="http://schemas.microsoft.com/office/drawing/2014/main" id="{BA72C80F-1D59-FB3B-41B2-D28F6BDAEAE5}"/>
              </a:ext>
            </a:extLst>
          </p:cNvPr>
          <p:cNvGrpSpPr/>
          <p:nvPr/>
        </p:nvGrpSpPr>
        <p:grpSpPr>
          <a:xfrm>
            <a:off x="5840730" y="775564"/>
            <a:ext cx="815340" cy="815340"/>
            <a:chOff x="4876800" y="666750"/>
            <a:chExt cx="304800" cy="304800"/>
          </a:xfrm>
        </p:grpSpPr>
        <p:sp>
          <p:nvSpPr>
            <p:cNvPr id="23" name="Oval 78">
              <a:extLst>
                <a:ext uri="{FF2B5EF4-FFF2-40B4-BE49-F238E27FC236}">
                  <a16:creationId xmlns:a16="http://schemas.microsoft.com/office/drawing/2014/main" id="{2FBCE249-2B5B-E026-331E-C5FABAA6E5F2}"/>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24" name="Oval 79">
              <a:extLst>
                <a:ext uri="{FF2B5EF4-FFF2-40B4-BE49-F238E27FC236}">
                  <a16:creationId xmlns:a16="http://schemas.microsoft.com/office/drawing/2014/main" id="{464B8D45-6349-BC69-E149-AFBC02C5BE10}"/>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6" name="Group 77">
            <a:extLst>
              <a:ext uri="{FF2B5EF4-FFF2-40B4-BE49-F238E27FC236}">
                <a16:creationId xmlns:a16="http://schemas.microsoft.com/office/drawing/2014/main" id="{5D7539AA-5333-0012-8983-B544159F17EA}"/>
              </a:ext>
            </a:extLst>
          </p:cNvPr>
          <p:cNvGrpSpPr/>
          <p:nvPr/>
        </p:nvGrpSpPr>
        <p:grpSpPr>
          <a:xfrm>
            <a:off x="5840730" y="2202406"/>
            <a:ext cx="815340" cy="815340"/>
            <a:chOff x="4876800" y="666750"/>
            <a:chExt cx="304800" cy="304800"/>
          </a:xfrm>
        </p:grpSpPr>
        <p:sp>
          <p:nvSpPr>
            <p:cNvPr id="18" name="Oval 78">
              <a:extLst>
                <a:ext uri="{FF2B5EF4-FFF2-40B4-BE49-F238E27FC236}">
                  <a16:creationId xmlns:a16="http://schemas.microsoft.com/office/drawing/2014/main" id="{853255DB-E2AB-40EC-37CC-4EFABC1E4A64}"/>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19" name="Oval 79">
              <a:extLst>
                <a:ext uri="{FF2B5EF4-FFF2-40B4-BE49-F238E27FC236}">
                  <a16:creationId xmlns:a16="http://schemas.microsoft.com/office/drawing/2014/main" id="{E5757655-62A9-EA55-90B6-5A56EB06634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6" name="Group 77">
            <a:extLst>
              <a:ext uri="{FF2B5EF4-FFF2-40B4-BE49-F238E27FC236}">
                <a16:creationId xmlns:a16="http://schemas.microsoft.com/office/drawing/2014/main" id="{E0732373-31BB-1C89-B2CA-514B38462928}"/>
              </a:ext>
            </a:extLst>
          </p:cNvPr>
          <p:cNvGrpSpPr/>
          <p:nvPr/>
        </p:nvGrpSpPr>
        <p:grpSpPr>
          <a:xfrm>
            <a:off x="5840730" y="3645209"/>
            <a:ext cx="815340" cy="815340"/>
            <a:chOff x="4876800" y="666750"/>
            <a:chExt cx="304800" cy="304800"/>
          </a:xfrm>
        </p:grpSpPr>
        <p:sp>
          <p:nvSpPr>
            <p:cNvPr id="8" name="Oval 78">
              <a:extLst>
                <a:ext uri="{FF2B5EF4-FFF2-40B4-BE49-F238E27FC236}">
                  <a16:creationId xmlns:a16="http://schemas.microsoft.com/office/drawing/2014/main" id="{240F6B21-AEDF-E9CE-0700-C3C4B1E881A7}"/>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9" name="Oval 79">
              <a:extLst>
                <a:ext uri="{FF2B5EF4-FFF2-40B4-BE49-F238E27FC236}">
                  <a16:creationId xmlns:a16="http://schemas.microsoft.com/office/drawing/2014/main" id="{36AA3A8A-2B79-CB9E-70B4-038C1F39229C}"/>
                </a:ext>
              </a:extLst>
            </p:cNvPr>
            <p:cNvSpPr/>
            <p:nvPr/>
          </p:nvSpPr>
          <p:spPr bwMode="auto">
            <a:xfrm>
              <a:off x="4904322" y="694273"/>
              <a:ext cx="249756" cy="249755"/>
            </a:xfrm>
            <a:prstGeom prst="ellipse">
              <a:avLst/>
            </a:prstGeom>
            <a:solidFill>
              <a:srgbClr val="DB002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1" name="Group 77">
            <a:extLst>
              <a:ext uri="{FF2B5EF4-FFF2-40B4-BE49-F238E27FC236}">
                <a16:creationId xmlns:a16="http://schemas.microsoft.com/office/drawing/2014/main" id="{5F981055-BF3B-CE70-845E-04F8647BE8C6}"/>
              </a:ext>
            </a:extLst>
          </p:cNvPr>
          <p:cNvGrpSpPr/>
          <p:nvPr/>
        </p:nvGrpSpPr>
        <p:grpSpPr>
          <a:xfrm>
            <a:off x="5840730" y="5015461"/>
            <a:ext cx="815340" cy="815340"/>
            <a:chOff x="4876800" y="666750"/>
            <a:chExt cx="304800" cy="304800"/>
          </a:xfrm>
        </p:grpSpPr>
        <p:sp>
          <p:nvSpPr>
            <p:cNvPr id="13" name="Oval 78">
              <a:extLst>
                <a:ext uri="{FF2B5EF4-FFF2-40B4-BE49-F238E27FC236}">
                  <a16:creationId xmlns:a16="http://schemas.microsoft.com/office/drawing/2014/main" id="{1ED7C059-F301-4901-7B25-5A6D400FAC0A}"/>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sp>
          <p:nvSpPr>
            <p:cNvPr id="14" name="Oval 79">
              <a:extLst>
                <a:ext uri="{FF2B5EF4-FFF2-40B4-BE49-F238E27FC236}">
                  <a16:creationId xmlns:a16="http://schemas.microsoft.com/office/drawing/2014/main" id="{79AE2105-D10F-7879-2391-DBF116CF4B5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grpSp>
    </p:spTree>
    <p:extLst>
      <p:ext uri="{BB962C8B-B14F-4D97-AF65-F5344CB8AC3E}">
        <p14:creationId xmlns:p14="http://schemas.microsoft.com/office/powerpoint/2010/main" val="26305091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6_Benutzerdefiniertes Layout">
    <p:spTree>
      <p:nvGrpSpPr>
        <p:cNvPr id="1" name=""/>
        <p:cNvGrpSpPr/>
        <p:nvPr/>
      </p:nvGrpSpPr>
      <p:grpSpPr>
        <a:xfrm>
          <a:off x="0" y="0"/>
          <a:ext cx="0" cy="0"/>
          <a:chOff x="0" y="0"/>
          <a:chExt cx="0" cy="0"/>
        </a:xfrm>
      </p:grpSpPr>
      <p:pic>
        <p:nvPicPr>
          <p:cNvPr id="12" name="Bildplatzhalter 5">
            <a:extLst>
              <a:ext uri="{FF2B5EF4-FFF2-40B4-BE49-F238E27FC236}">
                <a16:creationId xmlns:a16="http://schemas.microsoft.com/office/drawing/2014/main" id="{6CAD2DE6-C8C4-0064-1598-44A373CB8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2" y="0"/>
            <a:ext cx="6248393" cy="6858000"/>
          </a:xfrm>
          <a:prstGeom prst="rect">
            <a:avLst/>
          </a:prstGeom>
        </p:spPr>
      </p:pic>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30" name="Textplatzhalter 29">
            <a:extLst>
              <a:ext uri="{FF2B5EF4-FFF2-40B4-BE49-F238E27FC236}">
                <a16:creationId xmlns:a16="http://schemas.microsoft.com/office/drawing/2014/main" id="{FBA8A76B-6DF8-1949-868F-1EFFDBAEEE5F}"/>
              </a:ext>
            </a:extLst>
          </p:cNvPr>
          <p:cNvSpPr>
            <a:spLocks noGrp="1"/>
          </p:cNvSpPr>
          <p:nvPr>
            <p:ph type="body" sz="quarter" idx="12"/>
          </p:nvPr>
        </p:nvSpPr>
        <p:spPr>
          <a:xfrm>
            <a:off x="6729691" y="775565"/>
            <a:ext cx="5039991" cy="815340"/>
          </a:xfrm>
        </p:spPr>
        <p:txBody>
          <a:bodyPr/>
          <a:lstStyle/>
          <a:p>
            <a:pPr lvl="0"/>
            <a:r>
              <a:rPr lang="de-DE"/>
              <a:t>Mastertextformat bearbeiten</a:t>
            </a:r>
          </a:p>
        </p:txBody>
      </p:sp>
      <p:sp>
        <p:nvSpPr>
          <p:cNvPr id="31" name="Textplatzhalter 29">
            <a:extLst>
              <a:ext uri="{FF2B5EF4-FFF2-40B4-BE49-F238E27FC236}">
                <a16:creationId xmlns:a16="http://schemas.microsoft.com/office/drawing/2014/main" id="{4C5CEA1F-7070-AE28-793B-4FEB946F7A27}"/>
              </a:ext>
            </a:extLst>
          </p:cNvPr>
          <p:cNvSpPr>
            <a:spLocks noGrp="1"/>
          </p:cNvSpPr>
          <p:nvPr>
            <p:ph type="body" sz="quarter" idx="13"/>
          </p:nvPr>
        </p:nvSpPr>
        <p:spPr>
          <a:xfrm>
            <a:off x="6729691" y="2202406"/>
            <a:ext cx="5039998" cy="815340"/>
          </a:xfrm>
        </p:spPr>
        <p:txBody>
          <a:bodyPr/>
          <a:lstStyle/>
          <a:p>
            <a:pPr lvl="0"/>
            <a:r>
              <a:rPr lang="de-DE"/>
              <a:t>Mastertextformat bearbeiten</a:t>
            </a:r>
          </a:p>
        </p:txBody>
      </p:sp>
      <p:sp>
        <p:nvSpPr>
          <p:cNvPr id="32" name="Textplatzhalter 29">
            <a:extLst>
              <a:ext uri="{FF2B5EF4-FFF2-40B4-BE49-F238E27FC236}">
                <a16:creationId xmlns:a16="http://schemas.microsoft.com/office/drawing/2014/main" id="{679875F7-EEBB-BE0C-D98A-B01EB41FC81F}"/>
              </a:ext>
            </a:extLst>
          </p:cNvPr>
          <p:cNvSpPr>
            <a:spLocks noGrp="1"/>
          </p:cNvSpPr>
          <p:nvPr>
            <p:ph type="body" sz="quarter" idx="14"/>
          </p:nvPr>
        </p:nvSpPr>
        <p:spPr>
          <a:xfrm>
            <a:off x="6729692" y="3645209"/>
            <a:ext cx="5039999" cy="815340"/>
          </a:xfrm>
        </p:spPr>
        <p:txBody>
          <a:bodyPr/>
          <a:lstStyle/>
          <a:p>
            <a:pPr lvl="0"/>
            <a:r>
              <a:rPr lang="de-DE"/>
              <a:t>Mastertextformat bearbeiten</a:t>
            </a:r>
          </a:p>
        </p:txBody>
      </p:sp>
      <p:sp>
        <p:nvSpPr>
          <p:cNvPr id="33" name="Textplatzhalter 29">
            <a:extLst>
              <a:ext uri="{FF2B5EF4-FFF2-40B4-BE49-F238E27FC236}">
                <a16:creationId xmlns:a16="http://schemas.microsoft.com/office/drawing/2014/main" id="{FD606DBC-89D5-E4EC-63B3-27B2FF2E1A25}"/>
              </a:ext>
            </a:extLst>
          </p:cNvPr>
          <p:cNvSpPr>
            <a:spLocks noGrp="1"/>
          </p:cNvSpPr>
          <p:nvPr>
            <p:ph type="body" sz="quarter" idx="15"/>
          </p:nvPr>
        </p:nvSpPr>
        <p:spPr>
          <a:xfrm>
            <a:off x="6729690" y="5015461"/>
            <a:ext cx="5040000" cy="815340"/>
          </a:xfrm>
        </p:spPr>
        <p:txBody>
          <a:bodyPr/>
          <a:lstStyle/>
          <a:p>
            <a:pPr lvl="0"/>
            <a:r>
              <a:rPr lang="de-DE"/>
              <a:t>Mastertextformat bearbeiten</a:t>
            </a:r>
          </a:p>
        </p:txBody>
      </p:sp>
      <p:cxnSp>
        <p:nvCxnSpPr>
          <p:cNvPr id="4" name="Straight Connector 44">
            <a:extLst>
              <a:ext uri="{FF2B5EF4-FFF2-40B4-BE49-F238E27FC236}">
                <a16:creationId xmlns:a16="http://schemas.microsoft.com/office/drawing/2014/main" id="{5AB4C65B-41E2-AA84-D3D5-5CA4F5290DEA}"/>
              </a:ext>
            </a:extLst>
          </p:cNvPr>
          <p:cNvCxnSpPr>
            <a:cxnSpLocks/>
          </p:cNvCxnSpPr>
          <p:nvPr userDrawn="1"/>
        </p:nvCxnSpPr>
        <p:spPr>
          <a:xfrm>
            <a:off x="6248400" y="-42338"/>
            <a:ext cx="0" cy="70625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 name="Group 77">
            <a:extLst>
              <a:ext uri="{FF2B5EF4-FFF2-40B4-BE49-F238E27FC236}">
                <a16:creationId xmlns:a16="http://schemas.microsoft.com/office/drawing/2014/main" id="{BA72C80F-1D59-FB3B-41B2-D28F6BDAEAE5}"/>
              </a:ext>
            </a:extLst>
          </p:cNvPr>
          <p:cNvGrpSpPr/>
          <p:nvPr/>
        </p:nvGrpSpPr>
        <p:grpSpPr>
          <a:xfrm>
            <a:off x="5840730" y="775564"/>
            <a:ext cx="815340" cy="815340"/>
            <a:chOff x="4876800" y="666750"/>
            <a:chExt cx="304800" cy="304800"/>
          </a:xfrm>
        </p:grpSpPr>
        <p:sp>
          <p:nvSpPr>
            <p:cNvPr id="23" name="Oval 78">
              <a:extLst>
                <a:ext uri="{FF2B5EF4-FFF2-40B4-BE49-F238E27FC236}">
                  <a16:creationId xmlns:a16="http://schemas.microsoft.com/office/drawing/2014/main" id="{2FBCE249-2B5B-E026-331E-C5FABAA6E5F2}"/>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24" name="Oval 79">
              <a:extLst>
                <a:ext uri="{FF2B5EF4-FFF2-40B4-BE49-F238E27FC236}">
                  <a16:creationId xmlns:a16="http://schemas.microsoft.com/office/drawing/2014/main" id="{464B8D45-6349-BC69-E149-AFBC02C5BE10}"/>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6" name="Group 77">
            <a:extLst>
              <a:ext uri="{FF2B5EF4-FFF2-40B4-BE49-F238E27FC236}">
                <a16:creationId xmlns:a16="http://schemas.microsoft.com/office/drawing/2014/main" id="{5D7539AA-5333-0012-8983-B544159F17EA}"/>
              </a:ext>
            </a:extLst>
          </p:cNvPr>
          <p:cNvGrpSpPr/>
          <p:nvPr/>
        </p:nvGrpSpPr>
        <p:grpSpPr>
          <a:xfrm>
            <a:off x="5840730" y="2202406"/>
            <a:ext cx="815340" cy="815340"/>
            <a:chOff x="4876800" y="666750"/>
            <a:chExt cx="304800" cy="304800"/>
          </a:xfrm>
        </p:grpSpPr>
        <p:sp>
          <p:nvSpPr>
            <p:cNvPr id="18" name="Oval 78">
              <a:extLst>
                <a:ext uri="{FF2B5EF4-FFF2-40B4-BE49-F238E27FC236}">
                  <a16:creationId xmlns:a16="http://schemas.microsoft.com/office/drawing/2014/main" id="{853255DB-E2AB-40EC-37CC-4EFABC1E4A64}"/>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19" name="Oval 79">
              <a:extLst>
                <a:ext uri="{FF2B5EF4-FFF2-40B4-BE49-F238E27FC236}">
                  <a16:creationId xmlns:a16="http://schemas.microsoft.com/office/drawing/2014/main" id="{E5757655-62A9-EA55-90B6-5A56EB066346}"/>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6" name="Group 77">
            <a:extLst>
              <a:ext uri="{FF2B5EF4-FFF2-40B4-BE49-F238E27FC236}">
                <a16:creationId xmlns:a16="http://schemas.microsoft.com/office/drawing/2014/main" id="{E0732373-31BB-1C89-B2CA-514B38462928}"/>
              </a:ext>
            </a:extLst>
          </p:cNvPr>
          <p:cNvGrpSpPr/>
          <p:nvPr/>
        </p:nvGrpSpPr>
        <p:grpSpPr>
          <a:xfrm>
            <a:off x="5840730" y="3645209"/>
            <a:ext cx="815340" cy="815340"/>
            <a:chOff x="4876800" y="666750"/>
            <a:chExt cx="304800" cy="304800"/>
          </a:xfrm>
        </p:grpSpPr>
        <p:sp>
          <p:nvSpPr>
            <p:cNvPr id="8" name="Oval 78">
              <a:extLst>
                <a:ext uri="{FF2B5EF4-FFF2-40B4-BE49-F238E27FC236}">
                  <a16:creationId xmlns:a16="http://schemas.microsoft.com/office/drawing/2014/main" id="{240F6B21-AEDF-E9CE-0700-C3C4B1E881A7}"/>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de-DE" sz="1801" b="1"/>
            </a:p>
          </p:txBody>
        </p:sp>
        <p:sp>
          <p:nvSpPr>
            <p:cNvPr id="9" name="Oval 79">
              <a:extLst>
                <a:ext uri="{FF2B5EF4-FFF2-40B4-BE49-F238E27FC236}">
                  <a16:creationId xmlns:a16="http://schemas.microsoft.com/office/drawing/2014/main" id="{36AA3A8A-2B79-CB9E-70B4-038C1F39229C}"/>
                </a:ext>
              </a:extLst>
            </p:cNvPr>
            <p:cNvSpPr/>
            <p:nvPr/>
          </p:nvSpPr>
          <p:spPr bwMode="auto">
            <a:xfrm>
              <a:off x="4904322" y="694273"/>
              <a:ext cx="249756" cy="249755"/>
            </a:xfrm>
            <a:prstGeom prst="ellipse">
              <a:avLst/>
            </a:prstGeom>
            <a:solidFill>
              <a:srgbClr val="BECDD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algn="ctr"/>
              <a:endParaRPr lang="de-DE" sz="1401" b="1">
                <a:solidFill>
                  <a:schemeClr val="bg1"/>
                </a:solidFill>
              </a:endParaRPr>
            </a:p>
          </p:txBody>
        </p:sp>
      </p:grpSp>
      <p:grpSp>
        <p:nvGrpSpPr>
          <p:cNvPr id="11" name="Group 77">
            <a:extLst>
              <a:ext uri="{FF2B5EF4-FFF2-40B4-BE49-F238E27FC236}">
                <a16:creationId xmlns:a16="http://schemas.microsoft.com/office/drawing/2014/main" id="{5F981055-BF3B-CE70-845E-04F8647BE8C6}"/>
              </a:ext>
            </a:extLst>
          </p:cNvPr>
          <p:cNvGrpSpPr/>
          <p:nvPr/>
        </p:nvGrpSpPr>
        <p:grpSpPr>
          <a:xfrm>
            <a:off x="5840730" y="5015461"/>
            <a:ext cx="815340" cy="815340"/>
            <a:chOff x="4876800" y="666750"/>
            <a:chExt cx="304800" cy="304800"/>
          </a:xfrm>
        </p:grpSpPr>
        <p:sp>
          <p:nvSpPr>
            <p:cNvPr id="13" name="Oval 78">
              <a:extLst>
                <a:ext uri="{FF2B5EF4-FFF2-40B4-BE49-F238E27FC236}">
                  <a16:creationId xmlns:a16="http://schemas.microsoft.com/office/drawing/2014/main" id="{1ED7C059-F301-4901-7B25-5A6D400FAC0A}"/>
                </a:ext>
              </a:extLst>
            </p:cNvPr>
            <p:cNvSpPr/>
            <p:nvPr/>
          </p:nvSpPr>
          <p:spPr bwMode="auto">
            <a:xfrm>
              <a:off x="4876800" y="666750"/>
              <a:ext cx="304800" cy="304800"/>
            </a:xfrm>
            <a:prstGeom prst="ellipse">
              <a:avLst/>
            </a:prstGeom>
            <a:solidFill>
              <a:schemeClr val="bg1"/>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sp>
          <p:nvSpPr>
            <p:cNvPr id="14" name="Oval 79">
              <a:extLst>
                <a:ext uri="{FF2B5EF4-FFF2-40B4-BE49-F238E27FC236}">
                  <a16:creationId xmlns:a16="http://schemas.microsoft.com/office/drawing/2014/main" id="{79AE2105-D10F-7879-2391-DBF116CF4B56}"/>
                </a:ext>
              </a:extLst>
            </p:cNvPr>
            <p:cNvSpPr/>
            <p:nvPr/>
          </p:nvSpPr>
          <p:spPr bwMode="auto">
            <a:xfrm>
              <a:off x="4904322" y="694273"/>
              <a:ext cx="249756" cy="249755"/>
            </a:xfrm>
            <a:prstGeom prst="ellipse">
              <a:avLst/>
            </a:prstGeom>
            <a:solidFill>
              <a:srgbClr val="DB0027"/>
            </a:solidFill>
            <a:ln w="9525">
              <a:noFill/>
              <a:round/>
              <a:headEnd/>
              <a:tailEnd/>
            </a:ln>
            <a:effectLst>
              <a:outerShdw blurRad="63500" sx="102000" sy="102000" algn="ctr" rotWithShape="0">
                <a:prstClr val="black">
                  <a:alpha val="6000"/>
                </a:prstClr>
              </a:outerShdw>
            </a:effectLst>
          </p:spPr>
          <p:txBody>
            <a:bodyPr vert="horz" wrap="square" lIns="0" tIns="0" rIns="0" bIns="0" numCol="1" rtlCol="0" anchor="ctr" anchorCtr="0" compatLnSpc="1">
              <a:prstTxWarp prst="textNoShape">
                <a:avLst/>
              </a:prstTxWarp>
            </a:bodyPr>
            <a:lstStyle/>
            <a:p>
              <a:pPr lvl="0" algn="ctr"/>
              <a:endParaRPr lang="de-DE" sz="1401" b="1">
                <a:solidFill>
                  <a:schemeClr val="bg1"/>
                </a:solidFill>
              </a:endParaRPr>
            </a:p>
          </p:txBody>
        </p:sp>
      </p:grpSp>
    </p:spTree>
    <p:extLst>
      <p:ext uri="{BB962C8B-B14F-4D97-AF65-F5344CB8AC3E}">
        <p14:creationId xmlns:p14="http://schemas.microsoft.com/office/powerpoint/2010/main" val="4242350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3_Benutzerdefiniertes Layout">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BE7B7E1F-7E36-EC31-F548-3822F19B5FB1}"/>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4" name="Titel 1">
            <a:extLst>
              <a:ext uri="{FF2B5EF4-FFF2-40B4-BE49-F238E27FC236}">
                <a16:creationId xmlns:a16="http://schemas.microsoft.com/office/drawing/2014/main" id="{83B9037B-27E4-1EDD-4510-AF550CB53AB0}"/>
              </a:ext>
            </a:extLst>
          </p:cNvPr>
          <p:cNvSpPr txBox="1">
            <a:spLocks/>
          </p:cNvSpPr>
          <p:nvPr userDrawn="1"/>
        </p:nvSpPr>
        <p:spPr bwMode="black">
          <a:xfrm>
            <a:off x="949326" y="563935"/>
            <a:ext cx="10798594" cy="1157188"/>
          </a:xfrm>
          <a:prstGeom prst="rect">
            <a:avLst/>
          </a:prstGeom>
        </p:spPr>
        <p:txBody>
          <a:bodyPr vert="horz" lIns="0" tIns="0" rIns="0" bIns="0" rtlCol="0" anchor="t" anchorCtr="0">
            <a:noAutofit/>
          </a:bodyPr>
          <a:lstStyle>
            <a:lvl1pPr defTabSz="914309">
              <a:lnSpc>
                <a:spcPct val="90000"/>
              </a:lnSpc>
              <a:spcBef>
                <a:spcPct val="0"/>
              </a:spcBef>
              <a:buNone/>
              <a:defRPr sz="7999" b="0">
                <a:gradFill>
                  <a:gsLst>
                    <a:gs pos="20000">
                      <a:srgbClr val="00FFB9"/>
                    </a:gs>
                    <a:gs pos="70000">
                      <a:srgbClr val="00E6DC"/>
                    </a:gs>
                  </a:gsLst>
                  <a:lin ang="0" scaled="1"/>
                </a:gradFill>
                <a:latin typeface="+mj-lt"/>
                <a:ea typeface="+mj-ea"/>
                <a:cs typeface="+mj-cs"/>
              </a:defRPr>
            </a:lvl1pPr>
          </a:lstStyle>
          <a:p>
            <a:pPr lvl="0"/>
            <a:r>
              <a:rPr lang="de-CH" sz="7999">
                <a:gradFill>
                  <a:gsLst>
                    <a:gs pos="20000">
                      <a:srgbClr val="C00000"/>
                    </a:gs>
                    <a:gs pos="60000">
                      <a:srgbClr val="FF0000"/>
                    </a:gs>
                  </a:gsLst>
                  <a:lin ang="0" scaled="1"/>
                </a:gradFill>
              </a:rPr>
              <a:t>Key Topics</a:t>
            </a:r>
            <a:endParaRPr lang="en-CH" sz="7999">
              <a:gradFill>
                <a:gsLst>
                  <a:gs pos="20000">
                    <a:srgbClr val="C00000"/>
                  </a:gs>
                  <a:gs pos="60000">
                    <a:srgbClr val="FF0000"/>
                  </a:gs>
                </a:gsLst>
                <a:lin ang="0" scaled="1"/>
              </a:gradFill>
            </a:endParaRPr>
          </a:p>
        </p:txBody>
      </p:sp>
      <p:pic>
        <p:nvPicPr>
          <p:cNvPr id="15" name="Grafik 14">
            <a:extLst>
              <a:ext uri="{FF2B5EF4-FFF2-40B4-BE49-F238E27FC236}">
                <a16:creationId xmlns:a16="http://schemas.microsoft.com/office/drawing/2014/main" id="{C10DFCFE-549C-0F10-C60B-E510F33F02B8}"/>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10000327" y="1798793"/>
            <a:ext cx="2317403" cy="2317403"/>
          </a:xfrm>
          <a:prstGeom prst="rect">
            <a:avLst/>
          </a:prstGeom>
        </p:spPr>
      </p:pic>
      <p:cxnSp>
        <p:nvCxnSpPr>
          <p:cNvPr id="5" name="Gerader Verbinder 4">
            <a:extLst>
              <a:ext uri="{FF2B5EF4-FFF2-40B4-BE49-F238E27FC236}">
                <a16:creationId xmlns:a16="http://schemas.microsoft.com/office/drawing/2014/main" id="{F255B99A-61D3-5961-62F8-B8F63C125A3C}"/>
              </a:ext>
            </a:extLst>
          </p:cNvPr>
          <p:cNvCxnSpPr>
            <a:cxnSpLocks/>
          </p:cNvCxnSpPr>
          <p:nvPr userDrawn="1"/>
        </p:nvCxnSpPr>
        <p:spPr>
          <a:xfrm flipH="1">
            <a:off x="0" y="4116194"/>
            <a:ext cx="12190414" cy="0"/>
          </a:xfrm>
          <a:prstGeom prst="line">
            <a:avLst/>
          </a:prstGeom>
          <a:ln w="38100">
            <a:solidFill>
              <a:schemeClr val="tx1"/>
            </a:solidFill>
            <a:headEnd w="lg" len="lg"/>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9393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4_Benutzerdefiniertes Layout">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E6954F21-4D13-3A6D-F7EB-F5B2FA3CD73D}"/>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99991833-C612-E79C-1FEC-46521AB4DF41}"/>
              </a:ext>
            </a:extLst>
          </p:cNvPr>
          <p:cNvSpPr>
            <a:spLocks noGrp="1"/>
          </p:cNvSpPr>
          <p:nvPr>
            <p:ph type="pic" sz="quarter" idx="11"/>
          </p:nvPr>
        </p:nvSpPr>
        <p:spPr>
          <a:xfrm>
            <a:off x="2160000" y="2790000"/>
            <a:ext cx="1080000" cy="1080000"/>
          </a:xfrm>
        </p:spPr>
        <p:txBody>
          <a:bodyPr/>
          <a:lstStyle/>
          <a:p>
            <a:endParaRPr lang="de-DE"/>
          </a:p>
        </p:txBody>
      </p:sp>
      <p:sp>
        <p:nvSpPr>
          <p:cNvPr id="7" name="Textplatzhalter 6">
            <a:extLst>
              <a:ext uri="{FF2B5EF4-FFF2-40B4-BE49-F238E27FC236}">
                <a16:creationId xmlns:a16="http://schemas.microsoft.com/office/drawing/2014/main" id="{2B765EF3-138E-2434-1FA2-14F99BAF0496}"/>
              </a:ext>
            </a:extLst>
          </p:cNvPr>
          <p:cNvSpPr>
            <a:spLocks noGrp="1"/>
          </p:cNvSpPr>
          <p:nvPr>
            <p:ph type="body" sz="quarter" idx="12"/>
          </p:nvPr>
        </p:nvSpPr>
        <p:spPr>
          <a:xfrm>
            <a:off x="3240000" y="2880000"/>
            <a:ext cx="7200000" cy="900000"/>
          </a:xfrm>
        </p:spPr>
        <p:txBody>
          <a:bodyPr anchor="ctr"/>
          <a:lstStyle>
            <a:lvl1pPr>
              <a:defRPr sz="3200" b="1"/>
            </a:lvl1pPr>
          </a:lstStyle>
          <a:p>
            <a:pPr lvl="0"/>
            <a:r>
              <a:rPr lang="de-DE"/>
              <a:t>Mastertextformat bearbeiten</a:t>
            </a:r>
          </a:p>
        </p:txBody>
      </p:sp>
    </p:spTree>
    <p:extLst>
      <p:ext uri="{BB962C8B-B14F-4D97-AF65-F5344CB8AC3E}">
        <p14:creationId xmlns:p14="http://schemas.microsoft.com/office/powerpoint/2010/main" val="42072945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5_Benutzerdefiniertes Layout">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E50DD0B8-EA18-DB56-D6B3-6C4680D9B8F6}"/>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4" name="Rechteck 3">
            <a:extLst>
              <a:ext uri="{FF2B5EF4-FFF2-40B4-BE49-F238E27FC236}">
                <a16:creationId xmlns:a16="http://schemas.microsoft.com/office/drawing/2014/main" id="{214BE002-CC96-2A03-5EB5-45106AEA7021}"/>
              </a:ext>
            </a:extLst>
          </p:cNvPr>
          <p:cNvSpPr/>
          <p:nvPr userDrawn="1"/>
        </p:nvSpPr>
        <p:spPr>
          <a:xfrm>
            <a:off x="1857375" y="1752600"/>
            <a:ext cx="7753350" cy="4000500"/>
          </a:xfrm>
          <a:prstGeom prst="rect">
            <a:avLst/>
          </a:prstGeom>
          <a:solidFill>
            <a:schemeClr val="tx1">
              <a:lumMod val="75000"/>
              <a:lumOff val="2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5" name="Rechteck 4">
            <a:extLst>
              <a:ext uri="{FF2B5EF4-FFF2-40B4-BE49-F238E27FC236}">
                <a16:creationId xmlns:a16="http://schemas.microsoft.com/office/drawing/2014/main" id="{673A89CE-139D-92DF-EE7C-2ADD3BB4D21A}"/>
              </a:ext>
            </a:extLst>
          </p:cNvPr>
          <p:cNvSpPr/>
          <p:nvPr userDrawn="1"/>
        </p:nvSpPr>
        <p:spPr>
          <a:xfrm>
            <a:off x="2194560" y="1441094"/>
            <a:ext cx="7783374" cy="3972154"/>
          </a:xfrm>
          <a:prstGeom prst="rect">
            <a:avLst/>
          </a:prstGeom>
          <a:solidFill>
            <a:schemeClr val="tx1">
              <a:lumMod val="65000"/>
              <a:lumOff val="35000"/>
            </a:schemeClr>
          </a:solidFill>
          <a:ln>
            <a:noFill/>
          </a:ln>
          <a:effectLst>
            <a:outerShdw blurRad="228600" dist="38100" dir="2700000" algn="tl" rotWithShape="0">
              <a:schemeClr val="bg1">
                <a:lumMod val="65000"/>
                <a:alpha val="4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6" name="Pfeil: Chevron 4">
            <a:extLst>
              <a:ext uri="{FF2B5EF4-FFF2-40B4-BE49-F238E27FC236}">
                <a16:creationId xmlns:a16="http://schemas.microsoft.com/office/drawing/2014/main" id="{4CE27DCA-CA3A-09F4-43EF-51E77718A3EB}"/>
              </a:ext>
            </a:extLst>
          </p:cNvPr>
          <p:cNvSpPr/>
          <p:nvPr userDrawn="1"/>
        </p:nvSpPr>
        <p:spPr>
          <a:xfrm rot="16200000">
            <a:off x="2846801" y="1308228"/>
            <a:ext cx="1190138" cy="1001020"/>
          </a:xfrm>
          <a:custGeom>
            <a:avLst/>
            <a:gdLst>
              <a:gd name="connsiteX0" fmla="*/ 0 w 1225115"/>
              <a:gd name="connsiteY0" fmla="*/ 0 h 979592"/>
              <a:gd name="connsiteX1" fmla="*/ 735319 w 1225115"/>
              <a:gd name="connsiteY1" fmla="*/ 0 h 979592"/>
              <a:gd name="connsiteX2" fmla="*/ 1225115 w 1225115"/>
              <a:gd name="connsiteY2" fmla="*/ 489796 h 979592"/>
              <a:gd name="connsiteX3" fmla="*/ 735319 w 1225115"/>
              <a:gd name="connsiteY3" fmla="*/ 979592 h 979592"/>
              <a:gd name="connsiteX4" fmla="*/ 0 w 1225115"/>
              <a:gd name="connsiteY4" fmla="*/ 979592 h 979592"/>
              <a:gd name="connsiteX5" fmla="*/ 489796 w 1225115"/>
              <a:gd name="connsiteY5" fmla="*/ 489796 h 979592"/>
              <a:gd name="connsiteX6" fmla="*/ 0 w 1225115"/>
              <a:gd name="connsiteY6" fmla="*/ 0 h 979592"/>
              <a:gd name="connsiteX0" fmla="*/ 0 w 1225115"/>
              <a:gd name="connsiteY0" fmla="*/ 0 h 979592"/>
              <a:gd name="connsiteX1" fmla="*/ 735319 w 1225115"/>
              <a:gd name="connsiteY1" fmla="*/ 0 h 979592"/>
              <a:gd name="connsiteX2" fmla="*/ 1225115 w 1225115"/>
              <a:gd name="connsiteY2" fmla="*/ 489796 h 979592"/>
              <a:gd name="connsiteX3" fmla="*/ 735319 w 1225115"/>
              <a:gd name="connsiteY3" fmla="*/ 979592 h 979592"/>
              <a:gd name="connsiteX4" fmla="*/ 0 w 1225115"/>
              <a:gd name="connsiteY4" fmla="*/ 979592 h 979592"/>
              <a:gd name="connsiteX5" fmla="*/ 230240 w 1225115"/>
              <a:gd name="connsiteY5" fmla="*/ 492180 h 979592"/>
              <a:gd name="connsiteX6" fmla="*/ 0 w 1225115"/>
              <a:gd name="connsiteY6" fmla="*/ 0 h 979592"/>
              <a:gd name="connsiteX0" fmla="*/ 0 w 1225115"/>
              <a:gd name="connsiteY0" fmla="*/ 14284 h 993876"/>
              <a:gd name="connsiteX1" fmla="*/ 1163944 w 1225115"/>
              <a:gd name="connsiteY1" fmla="*/ 0 h 993876"/>
              <a:gd name="connsiteX2" fmla="*/ 1225115 w 1225115"/>
              <a:gd name="connsiteY2" fmla="*/ 504080 h 993876"/>
              <a:gd name="connsiteX3" fmla="*/ 735319 w 1225115"/>
              <a:gd name="connsiteY3" fmla="*/ 993876 h 993876"/>
              <a:gd name="connsiteX4" fmla="*/ 0 w 1225115"/>
              <a:gd name="connsiteY4" fmla="*/ 993876 h 993876"/>
              <a:gd name="connsiteX5" fmla="*/ 230240 w 1225115"/>
              <a:gd name="connsiteY5" fmla="*/ 506464 h 993876"/>
              <a:gd name="connsiteX6" fmla="*/ 0 w 1225115"/>
              <a:gd name="connsiteY6" fmla="*/ 14284 h 993876"/>
              <a:gd name="connsiteX0" fmla="*/ 0 w 1167964"/>
              <a:gd name="connsiteY0" fmla="*/ 14284 h 993876"/>
              <a:gd name="connsiteX1" fmla="*/ 1163944 w 1167964"/>
              <a:gd name="connsiteY1" fmla="*/ 0 h 993876"/>
              <a:gd name="connsiteX2" fmla="*/ 1167964 w 1167964"/>
              <a:gd name="connsiteY2" fmla="*/ 499321 h 993876"/>
              <a:gd name="connsiteX3" fmla="*/ 735319 w 1167964"/>
              <a:gd name="connsiteY3" fmla="*/ 993876 h 993876"/>
              <a:gd name="connsiteX4" fmla="*/ 0 w 1167964"/>
              <a:gd name="connsiteY4" fmla="*/ 993876 h 993876"/>
              <a:gd name="connsiteX5" fmla="*/ 230240 w 1167964"/>
              <a:gd name="connsiteY5" fmla="*/ 506464 h 993876"/>
              <a:gd name="connsiteX6" fmla="*/ 0 w 1167964"/>
              <a:gd name="connsiteY6" fmla="*/ 14284 h 993876"/>
              <a:gd name="connsiteX0" fmla="*/ 0 w 1171088"/>
              <a:gd name="connsiteY0" fmla="*/ 14284 h 1001020"/>
              <a:gd name="connsiteX1" fmla="*/ 1163944 w 1171088"/>
              <a:gd name="connsiteY1" fmla="*/ 0 h 1001020"/>
              <a:gd name="connsiteX2" fmla="*/ 1167964 w 1171088"/>
              <a:gd name="connsiteY2" fmla="*/ 499321 h 1001020"/>
              <a:gd name="connsiteX3" fmla="*/ 1171088 w 1171088"/>
              <a:gd name="connsiteY3" fmla="*/ 1001020 h 1001020"/>
              <a:gd name="connsiteX4" fmla="*/ 0 w 1171088"/>
              <a:gd name="connsiteY4" fmla="*/ 993876 h 1001020"/>
              <a:gd name="connsiteX5" fmla="*/ 230240 w 1171088"/>
              <a:gd name="connsiteY5" fmla="*/ 506464 h 1001020"/>
              <a:gd name="connsiteX6" fmla="*/ 0 w 1171088"/>
              <a:gd name="connsiteY6" fmla="*/ 14284 h 1001020"/>
              <a:gd name="connsiteX0" fmla="*/ 0 w 1192520"/>
              <a:gd name="connsiteY0" fmla="*/ 2378 h 1001020"/>
              <a:gd name="connsiteX1" fmla="*/ 1185376 w 1192520"/>
              <a:gd name="connsiteY1" fmla="*/ 0 h 1001020"/>
              <a:gd name="connsiteX2" fmla="*/ 1189396 w 1192520"/>
              <a:gd name="connsiteY2" fmla="*/ 499321 h 1001020"/>
              <a:gd name="connsiteX3" fmla="*/ 1192520 w 1192520"/>
              <a:gd name="connsiteY3" fmla="*/ 1001020 h 1001020"/>
              <a:gd name="connsiteX4" fmla="*/ 21432 w 1192520"/>
              <a:gd name="connsiteY4" fmla="*/ 993876 h 1001020"/>
              <a:gd name="connsiteX5" fmla="*/ 251672 w 1192520"/>
              <a:gd name="connsiteY5" fmla="*/ 506464 h 1001020"/>
              <a:gd name="connsiteX6" fmla="*/ 0 w 1192520"/>
              <a:gd name="connsiteY6" fmla="*/ 2378 h 1001020"/>
              <a:gd name="connsiteX0" fmla="*/ 0 w 1192520"/>
              <a:gd name="connsiteY0" fmla="*/ 2378 h 1001020"/>
              <a:gd name="connsiteX1" fmla="*/ 1185376 w 1192520"/>
              <a:gd name="connsiteY1" fmla="*/ 0 h 1001020"/>
              <a:gd name="connsiteX2" fmla="*/ 1189396 w 1192520"/>
              <a:gd name="connsiteY2" fmla="*/ 499321 h 1001020"/>
              <a:gd name="connsiteX3" fmla="*/ 1192520 w 1192520"/>
              <a:gd name="connsiteY3" fmla="*/ 1001020 h 1001020"/>
              <a:gd name="connsiteX4" fmla="*/ 2382 w 1192520"/>
              <a:gd name="connsiteY4" fmla="*/ 998639 h 1001020"/>
              <a:gd name="connsiteX5" fmla="*/ 251672 w 1192520"/>
              <a:gd name="connsiteY5" fmla="*/ 506464 h 1001020"/>
              <a:gd name="connsiteX6" fmla="*/ 0 w 1192520"/>
              <a:gd name="connsiteY6" fmla="*/ 2378 h 1001020"/>
              <a:gd name="connsiteX0" fmla="*/ 0 w 1192520"/>
              <a:gd name="connsiteY0" fmla="*/ 2378 h 1001020"/>
              <a:gd name="connsiteX1" fmla="*/ 1192520 w 1192520"/>
              <a:gd name="connsiteY1" fmla="*/ 0 h 1001020"/>
              <a:gd name="connsiteX2" fmla="*/ 1189396 w 1192520"/>
              <a:gd name="connsiteY2" fmla="*/ 499321 h 1001020"/>
              <a:gd name="connsiteX3" fmla="*/ 1192520 w 1192520"/>
              <a:gd name="connsiteY3" fmla="*/ 1001020 h 1001020"/>
              <a:gd name="connsiteX4" fmla="*/ 2382 w 1192520"/>
              <a:gd name="connsiteY4" fmla="*/ 998639 h 1001020"/>
              <a:gd name="connsiteX5" fmla="*/ 251672 w 1192520"/>
              <a:gd name="connsiteY5" fmla="*/ 506464 h 1001020"/>
              <a:gd name="connsiteX6" fmla="*/ 0 w 1192520"/>
              <a:gd name="connsiteY6" fmla="*/ 2378 h 1001020"/>
              <a:gd name="connsiteX0" fmla="*/ 0 w 1190138"/>
              <a:gd name="connsiteY0" fmla="*/ 2378 h 1001020"/>
              <a:gd name="connsiteX1" fmla="*/ 1190138 w 1190138"/>
              <a:gd name="connsiteY1" fmla="*/ 0 h 1001020"/>
              <a:gd name="connsiteX2" fmla="*/ 1187014 w 1190138"/>
              <a:gd name="connsiteY2" fmla="*/ 499321 h 1001020"/>
              <a:gd name="connsiteX3" fmla="*/ 1190138 w 1190138"/>
              <a:gd name="connsiteY3" fmla="*/ 1001020 h 1001020"/>
              <a:gd name="connsiteX4" fmla="*/ 0 w 1190138"/>
              <a:gd name="connsiteY4" fmla="*/ 998639 h 1001020"/>
              <a:gd name="connsiteX5" fmla="*/ 249290 w 1190138"/>
              <a:gd name="connsiteY5" fmla="*/ 506464 h 1001020"/>
              <a:gd name="connsiteX6" fmla="*/ 0 w 1190138"/>
              <a:gd name="connsiteY6" fmla="*/ 2378 h 1001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0138" h="1001020">
                <a:moveTo>
                  <a:pt x="0" y="2378"/>
                </a:moveTo>
                <a:lnTo>
                  <a:pt x="1190138" y="0"/>
                </a:lnTo>
                <a:cubicBezTo>
                  <a:pt x="1189097" y="166440"/>
                  <a:pt x="1188055" y="332881"/>
                  <a:pt x="1187014" y="499321"/>
                </a:cubicBezTo>
                <a:cubicBezTo>
                  <a:pt x="1188055" y="666554"/>
                  <a:pt x="1189097" y="833787"/>
                  <a:pt x="1190138" y="1001020"/>
                </a:cubicBezTo>
                <a:lnTo>
                  <a:pt x="0" y="998639"/>
                </a:lnTo>
                <a:lnTo>
                  <a:pt x="249290" y="506464"/>
                </a:lnTo>
                <a:lnTo>
                  <a:pt x="0" y="2378"/>
                </a:lnTo>
                <a:close/>
              </a:path>
            </a:pathLst>
          </a:cu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1">
              <a:solidFill>
                <a:schemeClr val="tx1"/>
              </a:solidFill>
            </a:endParaRPr>
          </a:p>
        </p:txBody>
      </p:sp>
      <p:pic>
        <p:nvPicPr>
          <p:cNvPr id="7" name="Grafik 6" descr="Öffnendes Anführungszeichen mit einfarbiger Füllung">
            <a:extLst>
              <a:ext uri="{FF2B5EF4-FFF2-40B4-BE49-F238E27FC236}">
                <a16:creationId xmlns:a16="http://schemas.microsoft.com/office/drawing/2014/main" id="{B7DDD0B5-0530-FDEC-04C5-C93B236B86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940446" y="1201941"/>
            <a:ext cx="1001019" cy="962820"/>
          </a:xfrm>
          <a:prstGeom prst="rect">
            <a:avLst/>
          </a:prstGeom>
        </p:spPr>
      </p:pic>
      <p:sp>
        <p:nvSpPr>
          <p:cNvPr id="11" name="Textplatzhalter 10">
            <a:extLst>
              <a:ext uri="{FF2B5EF4-FFF2-40B4-BE49-F238E27FC236}">
                <a16:creationId xmlns:a16="http://schemas.microsoft.com/office/drawing/2014/main" id="{A802D3DD-5224-C7F2-4E78-1ED01E66163C}"/>
              </a:ext>
            </a:extLst>
          </p:cNvPr>
          <p:cNvSpPr>
            <a:spLocks noGrp="1"/>
          </p:cNvSpPr>
          <p:nvPr>
            <p:ph type="body" sz="quarter" idx="11"/>
          </p:nvPr>
        </p:nvSpPr>
        <p:spPr>
          <a:xfrm>
            <a:off x="2940051" y="2403475"/>
            <a:ext cx="6670674" cy="2006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10">
            <a:extLst>
              <a:ext uri="{FF2B5EF4-FFF2-40B4-BE49-F238E27FC236}">
                <a16:creationId xmlns:a16="http://schemas.microsoft.com/office/drawing/2014/main" id="{6BD1DFC4-CBE9-EAD7-22B3-77694F10DDA2}"/>
              </a:ext>
            </a:extLst>
          </p:cNvPr>
          <p:cNvSpPr>
            <a:spLocks noGrp="1"/>
          </p:cNvSpPr>
          <p:nvPr>
            <p:ph type="body" sz="quarter" idx="12"/>
          </p:nvPr>
        </p:nvSpPr>
        <p:spPr>
          <a:xfrm>
            <a:off x="4162426" y="4602225"/>
            <a:ext cx="5114926" cy="419100"/>
          </a:xfrm>
        </p:spPr>
        <p:txBody>
          <a:bodyPr/>
          <a:lstStyle>
            <a:lvl1pPr algn="r">
              <a:defRPr/>
            </a:lvl1pPr>
          </a:lstStyle>
          <a:p>
            <a:pPr lvl="0"/>
            <a:r>
              <a:rPr lang="de-DE"/>
              <a:t>Mastertextformat bearbeiten</a:t>
            </a:r>
          </a:p>
        </p:txBody>
      </p:sp>
    </p:spTree>
    <p:extLst>
      <p:ext uri="{BB962C8B-B14F-4D97-AF65-F5344CB8AC3E}">
        <p14:creationId xmlns:p14="http://schemas.microsoft.com/office/powerpoint/2010/main" val="40315944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1" name="Quote marks">
            <a:extLst>
              <a:ext uri="{FF2B5EF4-FFF2-40B4-BE49-F238E27FC236}">
                <a16:creationId xmlns:a16="http://schemas.microsoft.com/office/drawing/2014/main" id="{30AAFE06-A27C-E95D-45C6-11E03C72FD71}"/>
              </a:ext>
              <a:ext uri="{C183D7F6-B498-43B3-948B-1728B52AA6E4}">
                <adec:decorative xmlns:adec="http://schemas.microsoft.com/office/drawing/2017/decorative" val="1"/>
              </a:ext>
            </a:extLst>
          </p:cNvPr>
          <p:cNvSpPr/>
          <p:nvPr userDrawn="1"/>
        </p:nvSpPr>
        <p:spPr bwMode="ltGray">
          <a:xfrm>
            <a:off x="1080000" y="720000"/>
            <a:ext cx="907774"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solidFill>
            <a:srgbClr val="C00000"/>
          </a:solidFill>
          <a:ln w="61580" cap="flat">
            <a:noFill/>
            <a:prstDash val="solid"/>
            <a:miter/>
          </a:ln>
        </p:spPr>
        <p:txBody>
          <a:bodyPr rtlCol="0" anchor="ctr"/>
          <a:lstStyle/>
          <a:p>
            <a:endParaRPr lang="de-DE" sz="1801" noProof="0">
              <a:solidFill>
                <a:srgbClr val="C00000"/>
              </a:solidFill>
            </a:endParaRPr>
          </a:p>
        </p:txBody>
      </p:sp>
      <p:sp>
        <p:nvSpPr>
          <p:cNvPr id="12" name="Fußzeilenplatzhalter 2">
            <a:extLst>
              <a:ext uri="{FF2B5EF4-FFF2-40B4-BE49-F238E27FC236}">
                <a16:creationId xmlns:a16="http://schemas.microsoft.com/office/drawing/2014/main" id="{B1A043F6-13A0-B51D-16FA-0DC5A92E2038}"/>
              </a:ext>
            </a:extLst>
          </p:cNvPr>
          <p:cNvSpPr>
            <a:spLocks noGrp="1"/>
          </p:cNvSpPr>
          <p:nvPr>
            <p:ph type="ftr" sz="quarter" idx="10"/>
          </p:nvPr>
        </p:nvSpPr>
        <p:spPr>
          <a:xfrm>
            <a:off x="359999" y="6393960"/>
            <a:ext cx="2160000" cy="216000"/>
          </a:xfrm>
        </p:spPr>
        <p:txBody>
          <a:bodyPr/>
          <a:lstStyle/>
          <a:p>
            <a:pPr defTabSz="914332">
              <a:buClr>
                <a:srgbClr val="009999"/>
              </a:buClr>
            </a:pPr>
            <a:r>
              <a:rPr lang="en-US" kern="0"/>
              <a:t>© BCT Technology AG 2026</a:t>
            </a:r>
          </a:p>
        </p:txBody>
      </p:sp>
      <p:sp>
        <p:nvSpPr>
          <p:cNvPr id="14" name="Text Placeholder 13">
            <a:extLst>
              <a:ext uri="{FF2B5EF4-FFF2-40B4-BE49-F238E27FC236}">
                <a16:creationId xmlns:a16="http://schemas.microsoft.com/office/drawing/2014/main" id="{2ED1C22A-0004-CEF7-5E7C-DAD3B5473731}"/>
              </a:ext>
            </a:extLst>
          </p:cNvPr>
          <p:cNvSpPr>
            <a:spLocks noGrp="1"/>
          </p:cNvSpPr>
          <p:nvPr>
            <p:ph type="body" sz="quarter" idx="11"/>
          </p:nvPr>
        </p:nvSpPr>
        <p:spPr>
          <a:xfrm>
            <a:off x="1080000" y="2520000"/>
            <a:ext cx="10080000" cy="25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6" name="Text Placeholder 13">
            <a:extLst>
              <a:ext uri="{FF2B5EF4-FFF2-40B4-BE49-F238E27FC236}">
                <a16:creationId xmlns:a16="http://schemas.microsoft.com/office/drawing/2014/main" id="{261A86B4-4033-242D-D469-01B9A5C8A2C6}"/>
              </a:ext>
            </a:extLst>
          </p:cNvPr>
          <p:cNvSpPr>
            <a:spLocks noGrp="1"/>
          </p:cNvSpPr>
          <p:nvPr>
            <p:ph type="body" sz="quarter" idx="12"/>
          </p:nvPr>
        </p:nvSpPr>
        <p:spPr>
          <a:xfrm>
            <a:off x="1080000" y="1620000"/>
            <a:ext cx="10080000" cy="720000"/>
          </a:xfrm>
        </p:spPr>
        <p:txBody>
          <a:bodyPr>
            <a:normAutofit/>
          </a:bodyPr>
          <a:lstStyle>
            <a:lvl1pPr>
              <a:defRPr sz="2000" b="1">
                <a:solidFill>
                  <a:srgbClr val="C00000"/>
                </a:solidFill>
              </a:defRPr>
            </a:lvl1pPr>
          </a:lstStyle>
          <a:p>
            <a:pPr lvl="0"/>
            <a:r>
              <a:rPr lang="en-US"/>
              <a:t>Click to edit Master text styles</a:t>
            </a:r>
          </a:p>
        </p:txBody>
      </p:sp>
      <p:sp>
        <p:nvSpPr>
          <p:cNvPr id="18" name="Text Placeholder 17">
            <a:extLst>
              <a:ext uri="{FF2B5EF4-FFF2-40B4-BE49-F238E27FC236}">
                <a16:creationId xmlns:a16="http://schemas.microsoft.com/office/drawing/2014/main" id="{1DDD572F-1FC6-AACF-F94F-88DADE96E789}"/>
              </a:ext>
            </a:extLst>
          </p:cNvPr>
          <p:cNvSpPr>
            <a:spLocks noGrp="1"/>
          </p:cNvSpPr>
          <p:nvPr>
            <p:ph type="body" sz="quarter" idx="13"/>
          </p:nvPr>
        </p:nvSpPr>
        <p:spPr>
          <a:xfrm>
            <a:off x="1079499" y="5219999"/>
            <a:ext cx="5040000" cy="720000"/>
          </a:xfrm>
        </p:spPr>
        <p:txBody>
          <a:bodyPr/>
          <a:lstStyle>
            <a:lvl1pPr>
              <a:defRPr i="1"/>
            </a:lvl1pPr>
            <a:lvl2pPr marL="0" indent="0">
              <a:buNone/>
              <a:defRPr/>
            </a:lvl2pPr>
          </a:lstStyle>
          <a:p>
            <a:pPr lvl="0"/>
            <a:r>
              <a:rPr lang="en-US"/>
              <a:t>Click to edit Master text styles</a:t>
            </a:r>
          </a:p>
        </p:txBody>
      </p:sp>
    </p:spTree>
    <p:extLst>
      <p:ext uri="{BB962C8B-B14F-4D97-AF65-F5344CB8AC3E}">
        <p14:creationId xmlns:p14="http://schemas.microsoft.com/office/powerpoint/2010/main" val="2115821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7_Benutzerdefiniertes Layout">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400DE762-9399-EF23-17D7-72BAB91FCC6F}"/>
              </a:ext>
            </a:extLst>
          </p:cNvPr>
          <p:cNvSpPr/>
          <p:nvPr userDrawn="1"/>
        </p:nvSpPr>
        <p:spPr>
          <a:xfrm>
            <a:off x="2" y="1440001"/>
            <a:ext cx="12191999" cy="43200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sz="1801"/>
          </a:p>
        </p:txBody>
      </p:sp>
      <p:sp>
        <p:nvSpPr>
          <p:cNvPr id="5" name="Bildplatzhalter 4">
            <a:extLst>
              <a:ext uri="{FF2B5EF4-FFF2-40B4-BE49-F238E27FC236}">
                <a16:creationId xmlns:a16="http://schemas.microsoft.com/office/drawing/2014/main" id="{CC300B11-DEF7-949B-5FBB-5E3955FDD6D2}"/>
              </a:ext>
            </a:extLst>
          </p:cNvPr>
          <p:cNvSpPr>
            <a:spLocks noGrp="1"/>
          </p:cNvSpPr>
          <p:nvPr>
            <p:ph type="pic" sz="quarter" idx="11"/>
          </p:nvPr>
        </p:nvSpPr>
        <p:spPr>
          <a:xfrm>
            <a:off x="-1" y="1440001"/>
            <a:ext cx="12192000" cy="4320000"/>
          </a:xfrm>
        </p:spPr>
        <p:txBody>
          <a:bodyPr/>
          <a:lstStyle/>
          <a:p>
            <a:endParaRPr lang="de-DE"/>
          </a:p>
        </p:txBody>
      </p:sp>
      <p:sp>
        <p:nvSpPr>
          <p:cNvPr id="2" name="Titel 1">
            <a:extLst>
              <a:ext uri="{FF2B5EF4-FFF2-40B4-BE49-F238E27FC236}">
                <a16:creationId xmlns:a16="http://schemas.microsoft.com/office/drawing/2014/main" id="{67C24775-E57E-82D9-3E81-1F7825C82487}"/>
              </a:ext>
            </a:extLst>
          </p:cNvPr>
          <p:cNvSpPr>
            <a:spLocks noGrp="1"/>
          </p:cNvSpPr>
          <p:nvPr>
            <p:ph type="title"/>
          </p:nvPr>
        </p:nvSpPr>
        <p:spPr/>
        <p:txBody>
          <a:bodyPr/>
          <a:lstStyle>
            <a:lvl1pPr>
              <a:defRPr>
                <a:solidFill>
                  <a:schemeClr val="bg1"/>
                </a:solidFill>
              </a:defRPr>
            </a:lvl1pPr>
          </a:lstStyle>
          <a:p>
            <a:r>
              <a:rPr lang="de-DE"/>
              <a:t>Mastertitelformat bearbeiten</a:t>
            </a:r>
          </a:p>
        </p:txBody>
      </p:sp>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8" name="Bildplatzhalter 7">
            <a:extLst>
              <a:ext uri="{FF2B5EF4-FFF2-40B4-BE49-F238E27FC236}">
                <a16:creationId xmlns:a16="http://schemas.microsoft.com/office/drawing/2014/main" id="{420592B4-C4F6-AA32-22C0-9DCD9B7AA0CA}"/>
              </a:ext>
            </a:extLst>
          </p:cNvPr>
          <p:cNvSpPr>
            <a:spLocks noGrp="1"/>
          </p:cNvSpPr>
          <p:nvPr>
            <p:ph type="pic" sz="quarter" idx="12"/>
          </p:nvPr>
        </p:nvSpPr>
        <p:spPr>
          <a:xfrm>
            <a:off x="3060000" y="4725000"/>
            <a:ext cx="3240000" cy="900000"/>
          </a:xfrm>
        </p:spPr>
        <p:txBody>
          <a:bodyPr/>
          <a:lstStyle/>
          <a:p>
            <a:endParaRPr lang="de-DE"/>
          </a:p>
        </p:txBody>
      </p:sp>
      <p:sp>
        <p:nvSpPr>
          <p:cNvPr id="6" name="Sprechblase: rechteckig 5">
            <a:extLst>
              <a:ext uri="{FF2B5EF4-FFF2-40B4-BE49-F238E27FC236}">
                <a16:creationId xmlns:a16="http://schemas.microsoft.com/office/drawing/2014/main" id="{A971C0E5-9464-FDBA-018E-ED74270BBA92}"/>
              </a:ext>
            </a:extLst>
          </p:cNvPr>
          <p:cNvSpPr/>
          <p:nvPr userDrawn="1"/>
        </p:nvSpPr>
        <p:spPr bwMode="auto">
          <a:xfrm>
            <a:off x="1080000" y="2827922"/>
            <a:ext cx="10080000" cy="1004158"/>
          </a:xfrm>
          <a:prstGeom prst="wedgeRectCallout">
            <a:avLst>
              <a:gd name="adj1" fmla="val 5441"/>
              <a:gd name="adj2" fmla="val 78541"/>
            </a:avLst>
          </a:prstGeom>
          <a:noFill/>
          <a:ln w="41275">
            <a:solidFill>
              <a:srgbClr val="E2001A"/>
            </a:solidFill>
            <a:miter lim="800000"/>
            <a:headEnd/>
            <a:tailEnd/>
          </a:ln>
          <a:effectLst/>
        </p:spPr>
        <p:txBody>
          <a:bodyPr wrap="square" lIns="720000" tIns="360000" rIns="360000" bIns="360000" numCol="1" spcCol="72000" rtlCol="0" anchor="ctr">
            <a:spAutoFit/>
          </a:bodyPr>
          <a:lstStyle/>
          <a:p>
            <a:pPr marL="0" marR="0" lvl="0" indent="0" algn="r" defTabSz="914423" rtl="0" eaLnBrk="1" fontAlgn="auto" latinLnBrk="0" hangingPunct="1">
              <a:lnSpc>
                <a:spcPct val="100000"/>
              </a:lnSpc>
              <a:spcBef>
                <a:spcPts val="0"/>
              </a:spcBef>
              <a:spcAft>
                <a:spcPts val="0"/>
              </a:spcAft>
              <a:buClrTx/>
              <a:buSzTx/>
              <a:buFontTx/>
              <a:buNone/>
              <a:tabLst/>
              <a:defRPr/>
            </a:pPr>
            <a:endParaRPr kumimoji="0" lang="de-DE" sz="1801" b="0" i="0" u="none" strike="noStrike" kern="1200" cap="none" spc="0" normalizeH="0" baseline="0" noProof="0">
              <a:ln>
                <a:noFill/>
              </a:ln>
              <a:solidFill>
                <a:schemeClr val="bg1"/>
              </a:solidFill>
              <a:effectLst/>
              <a:uLnTx/>
              <a:uFillTx/>
              <a:latin typeface="Arial"/>
              <a:ea typeface="+mn-ea"/>
              <a:cs typeface="+mn-cs"/>
            </a:endParaRPr>
          </a:p>
        </p:txBody>
      </p:sp>
      <p:grpSp>
        <p:nvGrpSpPr>
          <p:cNvPr id="9" name="Gruppieren 8">
            <a:extLst>
              <a:ext uri="{FF2B5EF4-FFF2-40B4-BE49-F238E27FC236}">
                <a16:creationId xmlns:a16="http://schemas.microsoft.com/office/drawing/2014/main" id="{101CE28F-55F3-650D-9A4C-1BF3630D8D59}"/>
              </a:ext>
            </a:extLst>
          </p:cNvPr>
          <p:cNvGrpSpPr/>
          <p:nvPr userDrawn="1"/>
        </p:nvGrpSpPr>
        <p:grpSpPr>
          <a:xfrm>
            <a:off x="764586" y="1707068"/>
            <a:ext cx="914646" cy="725863"/>
            <a:chOff x="829246" y="4011601"/>
            <a:chExt cx="476250" cy="377952"/>
          </a:xfrm>
        </p:grpSpPr>
        <p:sp>
          <p:nvSpPr>
            <p:cNvPr id="10" name="Freihandform: Form 9">
              <a:extLst>
                <a:ext uri="{FF2B5EF4-FFF2-40B4-BE49-F238E27FC236}">
                  <a16:creationId xmlns:a16="http://schemas.microsoft.com/office/drawing/2014/main" id="{00623916-0086-BEDD-249C-90517A661BC1}"/>
                </a:ext>
              </a:extLst>
            </p:cNvPr>
            <p:cNvSpPr/>
            <p:nvPr/>
          </p:nvSpPr>
          <p:spPr>
            <a:xfrm>
              <a:off x="829246" y="4011601"/>
              <a:ext cx="190500" cy="377952"/>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3 h 377952"/>
                <a:gd name="connsiteX5" fmla="*/ 190500 w 190500"/>
                <a:gd name="connsiteY5" fmla="*/ 190500 h 377952"/>
                <a:gd name="connsiteX6" fmla="*/ 190500 w 190500"/>
                <a:gd name="connsiteY6" fmla="*/ 190500 h 377952"/>
                <a:gd name="connsiteX7" fmla="*/ 190500 w 190500"/>
                <a:gd name="connsiteY7" fmla="*/ 0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0" y="0"/>
                  </a:moveTo>
                  <a:lnTo>
                    <a:pt x="0" y="190500"/>
                  </a:lnTo>
                  <a:lnTo>
                    <a:pt x="108680" y="190500"/>
                  </a:lnTo>
                  <a:cubicBezTo>
                    <a:pt x="107031" y="249345"/>
                    <a:pt x="58867" y="296200"/>
                    <a:pt x="0" y="296228"/>
                  </a:cubicBezTo>
                  <a:lnTo>
                    <a:pt x="0" y="377953"/>
                  </a:lnTo>
                  <a:cubicBezTo>
                    <a:pt x="104031" y="377966"/>
                    <a:pt x="188835" y="294518"/>
                    <a:pt x="190500" y="190500"/>
                  </a:cubicBezTo>
                  <a:lnTo>
                    <a:pt x="190500" y="190500"/>
                  </a:lnTo>
                  <a:lnTo>
                    <a:pt x="190500" y="0"/>
                  </a:lnTo>
                  <a:close/>
                </a:path>
              </a:pathLst>
            </a:custGeom>
            <a:solidFill>
              <a:srgbClr val="E2001A"/>
            </a:solidFill>
            <a:ln w="9525" cap="flat">
              <a:noFill/>
              <a:prstDash val="solid"/>
              <a:miter/>
            </a:ln>
          </p:spPr>
          <p:txBody>
            <a:bodyPr rtlCol="0" anchor="ctr"/>
            <a:lstStyle/>
            <a:p>
              <a:pPr marL="0" marR="0" lvl="0" indent="0" algn="l" defTabSz="914423" rtl="0" eaLnBrk="1" fontAlgn="auto" latinLnBrk="0" hangingPunct="1">
                <a:lnSpc>
                  <a:spcPct val="100000"/>
                </a:lnSpc>
                <a:spcBef>
                  <a:spcPts val="0"/>
                </a:spcBef>
                <a:spcAft>
                  <a:spcPts val="0"/>
                </a:spcAft>
                <a:buClrTx/>
                <a:buSzTx/>
                <a:buFontTx/>
                <a:buNone/>
                <a:tabLst/>
                <a:defRPr/>
              </a:pPr>
              <a:endParaRPr kumimoji="0" lang="de-DE" sz="1801" b="0" i="0" u="none" strike="noStrike" kern="1200" cap="none" spc="0" normalizeH="0" baseline="0" noProof="0">
                <a:ln>
                  <a:noFill/>
                </a:ln>
                <a:solidFill>
                  <a:srgbClr val="000000"/>
                </a:solidFill>
                <a:effectLst/>
                <a:uLnTx/>
                <a:uFillTx/>
                <a:latin typeface="Arial"/>
                <a:ea typeface="+mn-ea"/>
                <a:cs typeface="+mn-cs"/>
              </a:endParaRPr>
            </a:p>
          </p:txBody>
        </p:sp>
        <p:sp>
          <p:nvSpPr>
            <p:cNvPr id="11" name="Freihandform: Form 10">
              <a:extLst>
                <a:ext uri="{FF2B5EF4-FFF2-40B4-BE49-F238E27FC236}">
                  <a16:creationId xmlns:a16="http://schemas.microsoft.com/office/drawing/2014/main" id="{139EA27E-1D14-201D-E9F6-26B22360E09B}"/>
                </a:ext>
              </a:extLst>
            </p:cNvPr>
            <p:cNvSpPr/>
            <p:nvPr/>
          </p:nvSpPr>
          <p:spPr>
            <a:xfrm>
              <a:off x="1114996" y="4011601"/>
              <a:ext cx="190500" cy="377952"/>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3 h 377952"/>
                <a:gd name="connsiteX5" fmla="*/ 190500 w 190500"/>
                <a:gd name="connsiteY5" fmla="*/ 190500 h 377952"/>
                <a:gd name="connsiteX6" fmla="*/ 190500 w 190500"/>
                <a:gd name="connsiteY6" fmla="*/ 190500 h 377952"/>
                <a:gd name="connsiteX7" fmla="*/ 190500 w 190500"/>
                <a:gd name="connsiteY7" fmla="*/ 0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377952">
                  <a:moveTo>
                    <a:pt x="0" y="0"/>
                  </a:moveTo>
                  <a:lnTo>
                    <a:pt x="0" y="190500"/>
                  </a:lnTo>
                  <a:lnTo>
                    <a:pt x="108680" y="190500"/>
                  </a:lnTo>
                  <a:cubicBezTo>
                    <a:pt x="107031" y="249345"/>
                    <a:pt x="58867" y="296200"/>
                    <a:pt x="0" y="296228"/>
                  </a:cubicBezTo>
                  <a:lnTo>
                    <a:pt x="0" y="377953"/>
                  </a:lnTo>
                  <a:cubicBezTo>
                    <a:pt x="104031" y="377966"/>
                    <a:pt x="188835" y="294518"/>
                    <a:pt x="190500" y="190500"/>
                  </a:cubicBezTo>
                  <a:lnTo>
                    <a:pt x="190500" y="190500"/>
                  </a:lnTo>
                  <a:lnTo>
                    <a:pt x="190500" y="0"/>
                  </a:lnTo>
                  <a:close/>
                </a:path>
              </a:pathLst>
            </a:custGeom>
            <a:solidFill>
              <a:srgbClr val="E2001A"/>
            </a:solidFill>
            <a:ln w="9525" cap="flat">
              <a:noFill/>
              <a:prstDash val="solid"/>
              <a:miter/>
            </a:ln>
          </p:spPr>
          <p:txBody>
            <a:bodyPr rtlCol="0" anchor="ctr"/>
            <a:lstStyle/>
            <a:p>
              <a:pPr marL="0" marR="0" lvl="0" indent="0" algn="l" defTabSz="914423" rtl="0" eaLnBrk="1" fontAlgn="auto" latinLnBrk="0" hangingPunct="1">
                <a:lnSpc>
                  <a:spcPct val="100000"/>
                </a:lnSpc>
                <a:spcBef>
                  <a:spcPts val="0"/>
                </a:spcBef>
                <a:spcAft>
                  <a:spcPts val="0"/>
                </a:spcAft>
                <a:buClrTx/>
                <a:buSzTx/>
                <a:buFontTx/>
                <a:buNone/>
                <a:tabLst/>
                <a:defRPr/>
              </a:pPr>
              <a:endParaRPr kumimoji="0" lang="de-DE" sz="1801"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196004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7_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0EE905-9549-79AF-9E70-A0B8002DAAFC}"/>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F59D0419-EEEC-9B13-B0C6-3AF0FA50C579}"/>
              </a:ext>
            </a:extLst>
          </p:cNvPr>
          <p:cNvSpPr>
            <a:spLocks noGrp="1"/>
          </p:cNvSpPr>
          <p:nvPr>
            <p:ph type="ftr" sz="quarter" idx="10"/>
          </p:nvPr>
        </p:nvSpPr>
        <p:spPr/>
        <p:txBody>
          <a:bodyPr/>
          <a:lstStyle/>
          <a:p>
            <a:pPr defTabSz="914332">
              <a:buClr>
                <a:srgbClr val="009999"/>
              </a:buClr>
            </a:pPr>
            <a:r>
              <a:rPr lang="en-US" kern="0"/>
              <a:t>© BCT Technology AG 2026</a:t>
            </a:r>
          </a:p>
        </p:txBody>
      </p:sp>
    </p:spTree>
    <p:extLst>
      <p:ext uri="{BB962C8B-B14F-4D97-AF65-F5344CB8AC3E}">
        <p14:creationId xmlns:p14="http://schemas.microsoft.com/office/powerpoint/2010/main" val="17343855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C24775-E57E-82D9-3E81-1F7825C82487}"/>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3468BCBE-E6AF-7FA6-E419-34EF26CE9805}"/>
              </a:ext>
            </a:extLst>
          </p:cNvPr>
          <p:cNvSpPr>
            <a:spLocks noGrp="1"/>
          </p:cNvSpPr>
          <p:nvPr>
            <p:ph type="ftr" sz="quarter" idx="10"/>
          </p:nvPr>
        </p:nvSpPr>
        <p:spPr/>
        <p:txBody>
          <a:bodyPr/>
          <a:lstStyle/>
          <a:p>
            <a:pPr defTabSz="914332">
              <a:buClr>
                <a:srgbClr val="009999"/>
              </a:buClr>
            </a:pPr>
            <a:r>
              <a:rPr lang="en-US" kern="0"/>
              <a:t>© BCT Technology AG 2026</a:t>
            </a:r>
          </a:p>
        </p:txBody>
      </p:sp>
    </p:spTree>
    <p:extLst>
      <p:ext uri="{BB962C8B-B14F-4D97-AF65-F5344CB8AC3E}">
        <p14:creationId xmlns:p14="http://schemas.microsoft.com/office/powerpoint/2010/main" val="23002890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6D09F0-299C-D3CA-47C7-12A924FB897C}"/>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6854E5B9-5EFE-2F3D-68CB-7F7C83D7B65D}"/>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6" name="Textplatzhalter 5">
            <a:extLst>
              <a:ext uri="{FF2B5EF4-FFF2-40B4-BE49-F238E27FC236}">
                <a16:creationId xmlns:a16="http://schemas.microsoft.com/office/drawing/2014/main" id="{52120600-29B7-CB32-6727-353C1223EB7F}"/>
              </a:ext>
            </a:extLst>
          </p:cNvPr>
          <p:cNvSpPr>
            <a:spLocks noGrp="1"/>
          </p:cNvSpPr>
          <p:nvPr>
            <p:ph type="body" sz="quarter" idx="11"/>
          </p:nvPr>
        </p:nvSpPr>
        <p:spPr>
          <a:xfrm>
            <a:off x="359999" y="1260000"/>
            <a:ext cx="5736001"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Bildplatzhalter 7">
            <a:extLst>
              <a:ext uri="{FF2B5EF4-FFF2-40B4-BE49-F238E27FC236}">
                <a16:creationId xmlns:a16="http://schemas.microsoft.com/office/drawing/2014/main" id="{E79CEC9D-C6E8-AF54-D4B5-7D80FC9C10A5}"/>
              </a:ext>
            </a:extLst>
          </p:cNvPr>
          <p:cNvSpPr>
            <a:spLocks noGrp="1"/>
          </p:cNvSpPr>
          <p:nvPr>
            <p:ph type="pic" sz="quarter" idx="12"/>
          </p:nvPr>
        </p:nvSpPr>
        <p:spPr>
          <a:xfrm>
            <a:off x="6095999" y="1260000"/>
            <a:ext cx="5784000" cy="4680000"/>
          </a:xfrm>
        </p:spPr>
        <p:txBody>
          <a:bodyPr/>
          <a:lstStyle/>
          <a:p>
            <a:endParaRPr lang="de-DE"/>
          </a:p>
        </p:txBody>
      </p:sp>
    </p:spTree>
    <p:extLst>
      <p:ext uri="{BB962C8B-B14F-4D97-AF65-F5344CB8AC3E}">
        <p14:creationId xmlns:p14="http://schemas.microsoft.com/office/powerpoint/2010/main" val="7913642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_Benutzerdefiniertes Layout">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B2C18F56-8054-DE4F-A72D-24E0E4855414}"/>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9" name="Inhaltsplatzhalter 7">
            <a:extLst>
              <a:ext uri="{FF2B5EF4-FFF2-40B4-BE49-F238E27FC236}">
                <a16:creationId xmlns:a16="http://schemas.microsoft.com/office/drawing/2014/main" id="{D8A8100B-AAA6-952A-515C-D83D2A9C0F43}"/>
              </a:ext>
            </a:extLst>
          </p:cNvPr>
          <p:cNvSpPr>
            <a:spLocks noGrp="1"/>
          </p:cNvSpPr>
          <p:nvPr>
            <p:ph sz="quarter" idx="13"/>
          </p:nvPr>
        </p:nvSpPr>
        <p:spPr>
          <a:xfrm>
            <a:off x="360000" y="2879999"/>
            <a:ext cx="5400000" cy="270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Inhaltsplatzhalter 7">
            <a:extLst>
              <a:ext uri="{FF2B5EF4-FFF2-40B4-BE49-F238E27FC236}">
                <a16:creationId xmlns:a16="http://schemas.microsoft.com/office/drawing/2014/main" id="{2787E8B0-9F2F-53D8-6497-8AFEA37CDC21}"/>
              </a:ext>
            </a:extLst>
          </p:cNvPr>
          <p:cNvSpPr>
            <a:spLocks noGrp="1"/>
          </p:cNvSpPr>
          <p:nvPr>
            <p:ph sz="quarter" idx="14"/>
          </p:nvPr>
        </p:nvSpPr>
        <p:spPr>
          <a:xfrm>
            <a:off x="6432000" y="2879999"/>
            <a:ext cx="5400000" cy="270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11">
            <a:extLst>
              <a:ext uri="{FF2B5EF4-FFF2-40B4-BE49-F238E27FC236}">
                <a16:creationId xmlns:a16="http://schemas.microsoft.com/office/drawing/2014/main" id="{2C449431-4CFF-3773-819A-E1C5A6DC37DF}"/>
              </a:ext>
            </a:extLst>
          </p:cNvPr>
          <p:cNvSpPr>
            <a:spLocks noGrp="1"/>
          </p:cNvSpPr>
          <p:nvPr>
            <p:ph type="body" sz="quarter" idx="15"/>
          </p:nvPr>
        </p:nvSpPr>
        <p:spPr>
          <a:xfrm>
            <a:off x="960583" y="1080002"/>
            <a:ext cx="10871056" cy="976403"/>
          </a:xfrm>
        </p:spPr>
        <p:txBody>
          <a:bodyPr/>
          <a:lstStyle>
            <a:lvl1pPr>
              <a:defRPr sz="4800" b="1"/>
            </a:lvl1pPr>
          </a:lstStyle>
          <a:p>
            <a:pPr lvl="0"/>
            <a:r>
              <a:rPr lang="de-DE"/>
              <a:t>Mastertextformat bearbeiten</a:t>
            </a:r>
          </a:p>
        </p:txBody>
      </p:sp>
      <p:sp>
        <p:nvSpPr>
          <p:cNvPr id="13" name="Pfeil: Chevron 35">
            <a:extLst>
              <a:ext uri="{FF2B5EF4-FFF2-40B4-BE49-F238E27FC236}">
                <a16:creationId xmlns:a16="http://schemas.microsoft.com/office/drawing/2014/main" id="{D8AEC6A5-7974-CF65-7D5A-907545855C62}"/>
              </a:ext>
            </a:extLst>
          </p:cNvPr>
          <p:cNvSpPr>
            <a:spLocks/>
          </p:cNvSpPr>
          <p:nvPr userDrawn="1"/>
        </p:nvSpPr>
        <p:spPr>
          <a:xfrm>
            <a:off x="360001" y="1080002"/>
            <a:ext cx="600582" cy="976403"/>
          </a:xfrm>
          <a:prstGeom prst="chevron">
            <a:avLst>
              <a:gd name="adj" fmla="val 36159"/>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7986" tIns="71991" rIns="107986" bIns="71991" rtlCol="0" anchor="t" anchorCtr="0"/>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chemeClr val="tx1"/>
              </a:solidFill>
              <a:effectLst/>
              <a:uLnTx/>
              <a:uFillTx/>
              <a:latin typeface="Arial"/>
              <a:ea typeface="+mn-ea"/>
              <a:cs typeface="+mn-cs"/>
            </a:endParaRPr>
          </a:p>
        </p:txBody>
      </p:sp>
    </p:spTree>
    <p:extLst>
      <p:ext uri="{BB962C8B-B14F-4D97-AF65-F5344CB8AC3E}">
        <p14:creationId xmlns:p14="http://schemas.microsoft.com/office/powerpoint/2010/main" val="22979587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_Benutzerdefiniertes Layout">
    <p:spTree>
      <p:nvGrpSpPr>
        <p:cNvPr id="1" name=""/>
        <p:cNvGrpSpPr/>
        <p:nvPr/>
      </p:nvGrpSpPr>
      <p:grpSpPr>
        <a:xfrm>
          <a:off x="0" y="0"/>
          <a:ext cx="0" cy="0"/>
          <a:chOff x="0" y="0"/>
          <a:chExt cx="0" cy="0"/>
        </a:xfrm>
      </p:grpSpPr>
      <p:sp>
        <p:nvSpPr>
          <p:cNvPr id="5" name="Inhaltsplatzhalter 4">
            <a:extLst>
              <a:ext uri="{FF2B5EF4-FFF2-40B4-BE49-F238E27FC236}">
                <a16:creationId xmlns:a16="http://schemas.microsoft.com/office/drawing/2014/main" id="{7B1875AF-0988-BAEB-B339-9936DF38DE76}"/>
              </a:ext>
            </a:extLst>
          </p:cNvPr>
          <p:cNvSpPr>
            <a:spLocks noGrp="1"/>
          </p:cNvSpPr>
          <p:nvPr>
            <p:ph sz="quarter" idx="11"/>
          </p:nvPr>
        </p:nvSpPr>
        <p:spPr>
          <a:xfrm>
            <a:off x="0" y="0"/>
            <a:ext cx="6048000" cy="684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Titel 1">
            <a:extLst>
              <a:ext uri="{FF2B5EF4-FFF2-40B4-BE49-F238E27FC236}">
                <a16:creationId xmlns:a16="http://schemas.microsoft.com/office/drawing/2014/main" id="{031DFF48-5E15-5263-0A44-64ACB21CEB62}"/>
              </a:ext>
            </a:extLst>
          </p:cNvPr>
          <p:cNvSpPr>
            <a:spLocks noGrp="1"/>
          </p:cNvSpPr>
          <p:nvPr>
            <p:ph type="title"/>
          </p:nvPr>
        </p:nvSpPr>
        <p:spPr>
          <a:xfrm>
            <a:off x="6096001" y="360000"/>
            <a:ext cx="5783999" cy="648000"/>
          </a:xfrm>
        </p:spPr>
        <p:txBody>
          <a:bodyPr/>
          <a:lstStyle/>
          <a:p>
            <a:r>
              <a:rPr lang="de-DE"/>
              <a:t>Mastertitelformat bearbeiten</a:t>
            </a:r>
          </a:p>
        </p:txBody>
      </p:sp>
      <p:sp>
        <p:nvSpPr>
          <p:cNvPr id="7" name="Textplatzhalter 6">
            <a:extLst>
              <a:ext uri="{FF2B5EF4-FFF2-40B4-BE49-F238E27FC236}">
                <a16:creationId xmlns:a16="http://schemas.microsoft.com/office/drawing/2014/main" id="{61FD8902-B811-661C-EC75-CF6DD87587BA}"/>
              </a:ext>
            </a:extLst>
          </p:cNvPr>
          <p:cNvSpPr>
            <a:spLocks noGrp="1"/>
          </p:cNvSpPr>
          <p:nvPr>
            <p:ph type="body" sz="quarter" idx="12"/>
          </p:nvPr>
        </p:nvSpPr>
        <p:spPr>
          <a:xfrm>
            <a:off x="6096000" y="1259998"/>
            <a:ext cx="5662614"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a:extLst>
              <a:ext uri="{FF2B5EF4-FFF2-40B4-BE49-F238E27FC236}">
                <a16:creationId xmlns:a16="http://schemas.microsoft.com/office/drawing/2014/main" id="{C4BE53AE-E0CC-2686-6EE8-81A3672FF2B7}"/>
              </a:ext>
            </a:extLst>
          </p:cNvPr>
          <p:cNvSpPr>
            <a:spLocks noGrp="1"/>
          </p:cNvSpPr>
          <p:nvPr>
            <p:ph type="ftr" sz="quarter" idx="10"/>
          </p:nvPr>
        </p:nvSpPr>
        <p:spPr/>
        <p:txBody>
          <a:bodyPr/>
          <a:lstStyle/>
          <a:p>
            <a:pPr defTabSz="914332">
              <a:buClr>
                <a:srgbClr val="009999"/>
              </a:buClr>
            </a:pPr>
            <a:r>
              <a:rPr lang="en-US" kern="0"/>
              <a:t>© BCT Technology AG 2026</a:t>
            </a:r>
          </a:p>
        </p:txBody>
      </p:sp>
    </p:spTree>
    <p:extLst>
      <p:ext uri="{BB962C8B-B14F-4D97-AF65-F5344CB8AC3E}">
        <p14:creationId xmlns:p14="http://schemas.microsoft.com/office/powerpoint/2010/main" val="30581963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_Benutzerdefiniertes Layout">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4761FCEE-CCF0-6C46-D328-707B28FEBA10}"/>
              </a:ext>
            </a:extLst>
          </p:cNvPr>
          <p:cNvSpPr>
            <a:spLocks noGrp="1"/>
          </p:cNvSpPr>
          <p:nvPr>
            <p:ph type="pic" sz="quarter" idx="11"/>
          </p:nvPr>
        </p:nvSpPr>
        <p:spPr>
          <a:xfrm>
            <a:off x="-1" y="0"/>
            <a:ext cx="6120000" cy="6858000"/>
          </a:xfrm>
        </p:spPr>
        <p:txBody>
          <a:bodyPr/>
          <a:lstStyle/>
          <a:p>
            <a:endParaRPr lang="de-DE"/>
          </a:p>
        </p:txBody>
      </p:sp>
      <p:sp>
        <p:nvSpPr>
          <p:cNvPr id="2" name="Titel 1">
            <a:extLst>
              <a:ext uri="{FF2B5EF4-FFF2-40B4-BE49-F238E27FC236}">
                <a16:creationId xmlns:a16="http://schemas.microsoft.com/office/drawing/2014/main" id="{ECFEF3D6-062F-4EE1-DB02-8849CFEC9681}"/>
              </a:ext>
            </a:extLst>
          </p:cNvPr>
          <p:cNvSpPr>
            <a:spLocks noGrp="1"/>
          </p:cNvSpPr>
          <p:nvPr>
            <p:ph type="title"/>
          </p:nvPr>
        </p:nvSpPr>
        <p:spPr>
          <a:xfrm>
            <a:off x="6660000" y="1080000"/>
            <a:ext cx="5220000" cy="648000"/>
          </a:xfrm>
        </p:spPr>
        <p:txBody>
          <a:bodyPr lIns="72000" anchor="ctr"/>
          <a:lstStyle>
            <a:lvl1pPr>
              <a:defRPr sz="2400"/>
            </a:lvl1pPr>
          </a:lstStyle>
          <a:p>
            <a:r>
              <a:rPr lang="de-DE"/>
              <a:t>Mastertitelformat bearbeiten</a:t>
            </a:r>
          </a:p>
        </p:txBody>
      </p:sp>
      <p:sp>
        <p:nvSpPr>
          <p:cNvPr id="4" name="Pfeil: Chevron 35">
            <a:extLst>
              <a:ext uri="{FF2B5EF4-FFF2-40B4-BE49-F238E27FC236}">
                <a16:creationId xmlns:a16="http://schemas.microsoft.com/office/drawing/2014/main" id="{3E65F3EC-36C8-6D0D-AA76-4A79E9ABC31D}"/>
              </a:ext>
            </a:extLst>
          </p:cNvPr>
          <p:cNvSpPr>
            <a:spLocks/>
          </p:cNvSpPr>
          <p:nvPr userDrawn="1"/>
        </p:nvSpPr>
        <p:spPr>
          <a:xfrm>
            <a:off x="6360620" y="1144852"/>
            <a:ext cx="299380" cy="518299"/>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7986" tIns="71991" rIns="107986" bIns="71991" rtlCol="0" anchor="t" anchorCtr="0"/>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chemeClr val="tx1"/>
              </a:solidFill>
              <a:effectLst/>
              <a:uLnTx/>
              <a:uFillTx/>
              <a:latin typeface="Arial"/>
              <a:ea typeface="+mn-ea"/>
              <a:cs typeface="+mn-cs"/>
            </a:endParaRPr>
          </a:p>
        </p:txBody>
      </p:sp>
      <p:sp>
        <p:nvSpPr>
          <p:cNvPr id="8" name="Textplatzhalter 7">
            <a:extLst>
              <a:ext uri="{FF2B5EF4-FFF2-40B4-BE49-F238E27FC236}">
                <a16:creationId xmlns:a16="http://schemas.microsoft.com/office/drawing/2014/main" id="{C4CB5494-84EE-E1CD-99F8-2F20ABEB2D4C}"/>
              </a:ext>
            </a:extLst>
          </p:cNvPr>
          <p:cNvSpPr>
            <a:spLocks noGrp="1"/>
          </p:cNvSpPr>
          <p:nvPr>
            <p:ph type="body" sz="quarter" idx="12"/>
          </p:nvPr>
        </p:nvSpPr>
        <p:spPr>
          <a:xfrm>
            <a:off x="6659999" y="1980000"/>
            <a:ext cx="5220000" cy="396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Fußzeilenplatzhalter 2">
            <a:extLst>
              <a:ext uri="{FF2B5EF4-FFF2-40B4-BE49-F238E27FC236}">
                <a16:creationId xmlns:a16="http://schemas.microsoft.com/office/drawing/2014/main" id="{F1D36255-C907-5D3A-0ADF-0C48A8A75C8E}"/>
              </a:ext>
            </a:extLst>
          </p:cNvPr>
          <p:cNvSpPr>
            <a:spLocks noGrp="1"/>
          </p:cNvSpPr>
          <p:nvPr>
            <p:ph type="ftr" sz="quarter" idx="10"/>
          </p:nvPr>
        </p:nvSpPr>
        <p:spPr/>
        <p:txBody>
          <a:bodyPr/>
          <a:lstStyle/>
          <a:p>
            <a:pPr defTabSz="914332">
              <a:buClr>
                <a:srgbClr val="009999"/>
              </a:buClr>
            </a:pPr>
            <a:r>
              <a:rPr lang="en-US" kern="0"/>
              <a:t>© BCT Technology AG 2026</a:t>
            </a:r>
          </a:p>
        </p:txBody>
      </p:sp>
    </p:spTree>
    <p:extLst>
      <p:ext uri="{BB962C8B-B14F-4D97-AF65-F5344CB8AC3E}">
        <p14:creationId xmlns:p14="http://schemas.microsoft.com/office/powerpoint/2010/main" val="1995555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6_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4561C7-1AC2-56A8-0DA8-A8AC283677A2}"/>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83C14D07-6306-0ECD-0725-AB64AB3B5571}"/>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Inhaltsplatzhalter 4">
            <a:extLst>
              <a:ext uri="{FF2B5EF4-FFF2-40B4-BE49-F238E27FC236}">
                <a16:creationId xmlns:a16="http://schemas.microsoft.com/office/drawing/2014/main" id="{871B088E-2238-6072-C32F-382ED483763A}"/>
              </a:ext>
            </a:extLst>
          </p:cNvPr>
          <p:cNvSpPr>
            <a:spLocks noGrp="1"/>
          </p:cNvSpPr>
          <p:nvPr>
            <p:ph sz="quarter" idx="11"/>
          </p:nvPr>
        </p:nvSpPr>
        <p:spPr>
          <a:xfrm>
            <a:off x="360363" y="1260000"/>
            <a:ext cx="115189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835323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5_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CF6967-7E0D-023F-5CFE-F49DC69ADCA4}"/>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24CEDD29-F67F-BFBE-75EA-6BE969236F9A}"/>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Inhaltsplatzhalter 4">
            <a:extLst>
              <a:ext uri="{FF2B5EF4-FFF2-40B4-BE49-F238E27FC236}">
                <a16:creationId xmlns:a16="http://schemas.microsoft.com/office/drawing/2014/main" id="{B26E554D-7346-3C09-CAFA-4508B0796BE1}"/>
              </a:ext>
            </a:extLst>
          </p:cNvPr>
          <p:cNvSpPr>
            <a:spLocks noGrp="1"/>
          </p:cNvSpPr>
          <p:nvPr>
            <p:ph sz="quarter" idx="11"/>
          </p:nvPr>
        </p:nvSpPr>
        <p:spPr>
          <a:xfrm>
            <a:off x="360363" y="1260000"/>
            <a:ext cx="54000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Inhaltsplatzhalter 4">
            <a:extLst>
              <a:ext uri="{FF2B5EF4-FFF2-40B4-BE49-F238E27FC236}">
                <a16:creationId xmlns:a16="http://schemas.microsoft.com/office/drawing/2014/main" id="{8C4AA20D-17DD-0DE6-1551-37BAC4D6BF4C}"/>
              </a:ext>
            </a:extLst>
          </p:cNvPr>
          <p:cNvSpPr>
            <a:spLocks noGrp="1"/>
          </p:cNvSpPr>
          <p:nvPr>
            <p:ph sz="quarter" idx="12"/>
          </p:nvPr>
        </p:nvSpPr>
        <p:spPr>
          <a:xfrm>
            <a:off x="6119999" y="1260000"/>
            <a:ext cx="54000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6306286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6_Benutzerdefiniertes Layout">
    <p:spTree>
      <p:nvGrpSpPr>
        <p:cNvPr id="1" name=""/>
        <p:cNvGrpSpPr/>
        <p:nvPr/>
      </p:nvGrpSpPr>
      <p:grpSpPr>
        <a:xfrm>
          <a:off x="0" y="0"/>
          <a:ext cx="0" cy="0"/>
          <a:chOff x="0" y="0"/>
          <a:chExt cx="0" cy="0"/>
        </a:xfrm>
      </p:grpSpPr>
      <p:pic>
        <p:nvPicPr>
          <p:cNvPr id="6" name="Picture 10" descr="A picture containing text, document&#10;&#10;Description automatically generated">
            <a:extLst>
              <a:ext uri="{FF2B5EF4-FFF2-40B4-BE49-F238E27FC236}">
                <a16:creationId xmlns:a16="http://schemas.microsoft.com/office/drawing/2014/main" id="{DD681AB8-5B50-6C81-DF92-F63CFA9CD99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09504" y="1356991"/>
            <a:ext cx="4571406" cy="4571405"/>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p:spPr>
      </p:pic>
      <p:sp>
        <p:nvSpPr>
          <p:cNvPr id="2" name="Titel 1">
            <a:extLst>
              <a:ext uri="{FF2B5EF4-FFF2-40B4-BE49-F238E27FC236}">
                <a16:creationId xmlns:a16="http://schemas.microsoft.com/office/drawing/2014/main" id="{0CBF81BF-5801-155A-C536-668EB10F5FC5}"/>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52DFBF1A-C618-526C-4BD8-9424CC6DC0FC}"/>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8" name="Oval 13">
            <a:extLst>
              <a:ext uri="{FF2B5EF4-FFF2-40B4-BE49-F238E27FC236}">
                <a16:creationId xmlns:a16="http://schemas.microsoft.com/office/drawing/2014/main" id="{D1005DD2-1284-7DA0-1B6E-D2F023DD6031}"/>
              </a:ext>
            </a:extLst>
          </p:cNvPr>
          <p:cNvSpPr/>
          <p:nvPr userDrawn="1"/>
        </p:nvSpPr>
        <p:spPr>
          <a:xfrm>
            <a:off x="3719508" y="1265563"/>
            <a:ext cx="4754261" cy="475426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7986" tIns="71991" rIns="107986" bIns="71991" rtlCol="0" anchor="t" anchorCtr="0"/>
          <a:lstStyle/>
          <a:p>
            <a:pPr defTabSz="914332">
              <a:defRPr/>
            </a:pPr>
            <a:endParaRPr lang="en-US" sz="1801">
              <a:solidFill>
                <a:prstClr val="white"/>
              </a:solidFill>
              <a:latin typeface="Arial"/>
            </a:endParaRPr>
          </a:p>
        </p:txBody>
      </p:sp>
      <p:sp>
        <p:nvSpPr>
          <p:cNvPr id="9" name="AutoShape 54">
            <a:extLst>
              <a:ext uri="{FF2B5EF4-FFF2-40B4-BE49-F238E27FC236}">
                <a16:creationId xmlns:a16="http://schemas.microsoft.com/office/drawing/2014/main" id="{9A2C7C36-5BC0-0CA6-305B-A1F3E0138CCF}"/>
              </a:ext>
            </a:extLst>
          </p:cNvPr>
          <p:cNvSpPr>
            <a:spLocks noChangeArrowheads="1"/>
          </p:cNvSpPr>
          <p:nvPr userDrawn="1"/>
        </p:nvSpPr>
        <p:spPr bwMode="auto">
          <a:xfrm>
            <a:off x="410346" y="1265561"/>
            <a:ext cx="5111550" cy="2283962"/>
          </a:xfrm>
          <a:prstGeom prst="homePlate">
            <a:avLst>
              <a:gd name="adj" fmla="val 34254"/>
            </a:avLst>
          </a:prstGeom>
          <a:solidFill>
            <a:schemeClr val="accent1">
              <a:lumMod val="75000"/>
              <a:alpha val="50000"/>
            </a:schemeClr>
          </a:solidFill>
          <a:ln w="0">
            <a:solidFill>
              <a:schemeClr val="accent1"/>
            </a:solidFill>
          </a:ln>
          <a:effectLst/>
        </p:spPr>
        <p:txBody>
          <a:bodyPr lIns="143906" tIns="71954" rIns="1554278" bIns="71954" anchor="t" anchorCtr="0"/>
          <a:lstStyle/>
          <a:p>
            <a:pPr defTabSz="761943" eaLnBrk="0" hangingPunct="0">
              <a:spcBef>
                <a:spcPct val="0"/>
              </a:spcBef>
              <a:defRPr/>
            </a:pPr>
            <a:endParaRPr lang="en-US" sz="1801">
              <a:solidFill>
                <a:srgbClr val="F3F3F0"/>
              </a:solidFill>
              <a:latin typeface="Arial"/>
              <a:ea typeface="Arial Unicode MS"/>
            </a:endParaRPr>
          </a:p>
        </p:txBody>
      </p:sp>
      <p:sp>
        <p:nvSpPr>
          <p:cNvPr id="10" name="AutoShape 54">
            <a:extLst>
              <a:ext uri="{FF2B5EF4-FFF2-40B4-BE49-F238E27FC236}">
                <a16:creationId xmlns:a16="http://schemas.microsoft.com/office/drawing/2014/main" id="{ECD53B1B-9F9D-761B-EDB3-292D2D53C8DB}"/>
              </a:ext>
            </a:extLst>
          </p:cNvPr>
          <p:cNvSpPr>
            <a:spLocks noChangeArrowheads="1"/>
          </p:cNvSpPr>
          <p:nvPr userDrawn="1"/>
        </p:nvSpPr>
        <p:spPr bwMode="auto">
          <a:xfrm rot="10800000" flipV="1">
            <a:off x="6673531" y="1265563"/>
            <a:ext cx="5111550" cy="2283961"/>
          </a:xfrm>
          <a:prstGeom prst="homePlate">
            <a:avLst>
              <a:gd name="adj" fmla="val 35342"/>
            </a:avLst>
          </a:prstGeom>
          <a:solidFill>
            <a:schemeClr val="accent1">
              <a:lumMod val="75000"/>
              <a:alpha val="50000"/>
            </a:schemeClr>
          </a:solidFill>
          <a:ln w="0">
            <a:solidFill>
              <a:schemeClr val="accent1"/>
            </a:solidFill>
          </a:ln>
          <a:effectLst/>
        </p:spPr>
        <p:txBody>
          <a:bodyPr lIns="1554278" tIns="71954" rIns="143906" bIns="71954" anchor="t" anchorCtr="0"/>
          <a:lstStyle/>
          <a:p>
            <a:pPr>
              <a:spcBef>
                <a:spcPts val="300"/>
              </a:spcBef>
              <a:buClr>
                <a:srgbClr val="009999"/>
              </a:buClr>
              <a:buSzPct val="100000"/>
              <a:tabLst>
                <a:tab pos="0" algn="l"/>
              </a:tabLst>
              <a:defRPr/>
            </a:pPr>
            <a:endParaRPr lang="en-US" sz="2000">
              <a:solidFill>
                <a:srgbClr val="F3F3F0"/>
              </a:solidFill>
              <a:latin typeface="Arial"/>
              <a:ea typeface="Arial Unicode MS"/>
            </a:endParaRPr>
          </a:p>
        </p:txBody>
      </p:sp>
      <p:sp>
        <p:nvSpPr>
          <p:cNvPr id="11" name="Oval 4">
            <a:extLst>
              <a:ext uri="{FF2B5EF4-FFF2-40B4-BE49-F238E27FC236}">
                <a16:creationId xmlns:a16="http://schemas.microsoft.com/office/drawing/2014/main" id="{86D06B27-1368-2C6C-3130-D351D450D105}"/>
              </a:ext>
            </a:extLst>
          </p:cNvPr>
          <p:cNvSpPr/>
          <p:nvPr userDrawn="1"/>
        </p:nvSpPr>
        <p:spPr>
          <a:xfrm>
            <a:off x="3719508" y="1265563"/>
            <a:ext cx="4754261" cy="475426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7986" tIns="71991" rIns="107986" bIns="71991" rtlCol="0" anchor="t" anchorCtr="0"/>
          <a:lstStyle/>
          <a:p>
            <a:pPr defTabSz="914332">
              <a:defRPr/>
            </a:pPr>
            <a:endParaRPr lang="en-US" sz="1801">
              <a:solidFill>
                <a:prstClr val="white"/>
              </a:solidFill>
              <a:latin typeface="Arial"/>
            </a:endParaRPr>
          </a:p>
        </p:txBody>
      </p:sp>
      <p:sp>
        <p:nvSpPr>
          <p:cNvPr id="13" name="AutoShape 54">
            <a:extLst>
              <a:ext uri="{FF2B5EF4-FFF2-40B4-BE49-F238E27FC236}">
                <a16:creationId xmlns:a16="http://schemas.microsoft.com/office/drawing/2014/main" id="{7065C5A1-EF64-D754-49F3-FE8AFD16495F}"/>
              </a:ext>
            </a:extLst>
          </p:cNvPr>
          <p:cNvSpPr>
            <a:spLocks noChangeArrowheads="1"/>
          </p:cNvSpPr>
          <p:nvPr userDrawn="1"/>
        </p:nvSpPr>
        <p:spPr bwMode="auto">
          <a:xfrm>
            <a:off x="410346" y="3741689"/>
            <a:ext cx="5111550" cy="2283962"/>
          </a:xfrm>
          <a:prstGeom prst="homePlate">
            <a:avLst>
              <a:gd name="adj" fmla="val 34254"/>
            </a:avLst>
          </a:prstGeom>
          <a:solidFill>
            <a:schemeClr val="accent1">
              <a:lumMod val="75000"/>
              <a:alpha val="50000"/>
            </a:schemeClr>
          </a:solidFill>
          <a:ln w="0">
            <a:solidFill>
              <a:schemeClr val="accent1"/>
            </a:solidFill>
          </a:ln>
          <a:effectLst/>
        </p:spPr>
        <p:txBody>
          <a:bodyPr lIns="143906" tIns="71954" rIns="1554278" bIns="71954" anchor="t" anchorCtr="0"/>
          <a:lstStyle/>
          <a:p>
            <a:pPr defTabSz="761943" eaLnBrk="0" hangingPunct="0">
              <a:spcBef>
                <a:spcPct val="0"/>
              </a:spcBef>
              <a:defRPr/>
            </a:pPr>
            <a:br>
              <a:rPr lang="de-AT" sz="1050">
                <a:solidFill>
                  <a:srgbClr val="F3F3F0"/>
                </a:solidFill>
                <a:latin typeface="Arial"/>
                <a:ea typeface="Arial Unicode MS"/>
              </a:rPr>
            </a:br>
            <a:endParaRPr lang="de-AT" sz="1050">
              <a:solidFill>
                <a:srgbClr val="F3F3F0"/>
              </a:solidFill>
              <a:latin typeface="Arial"/>
              <a:ea typeface="Arial Unicode MS"/>
            </a:endParaRPr>
          </a:p>
          <a:p>
            <a:br>
              <a:rPr lang="de-AT" sz="900">
                <a:solidFill>
                  <a:srgbClr val="F3F3F0"/>
                </a:solidFill>
                <a:latin typeface="Arial"/>
                <a:ea typeface="Arial Unicode MS"/>
              </a:rPr>
            </a:br>
            <a:endParaRPr lang="en-US" sz="900">
              <a:solidFill>
                <a:srgbClr val="F3F3F0"/>
              </a:solidFill>
              <a:latin typeface="Arial"/>
              <a:ea typeface="Arial Unicode MS"/>
            </a:endParaRPr>
          </a:p>
        </p:txBody>
      </p:sp>
      <p:sp>
        <p:nvSpPr>
          <p:cNvPr id="14" name="AutoShape 54">
            <a:extLst>
              <a:ext uri="{FF2B5EF4-FFF2-40B4-BE49-F238E27FC236}">
                <a16:creationId xmlns:a16="http://schemas.microsoft.com/office/drawing/2014/main" id="{7DD64256-D1D8-5D7C-35A6-75035FCDD6E6}"/>
              </a:ext>
            </a:extLst>
          </p:cNvPr>
          <p:cNvSpPr>
            <a:spLocks noChangeArrowheads="1"/>
          </p:cNvSpPr>
          <p:nvPr userDrawn="1"/>
        </p:nvSpPr>
        <p:spPr bwMode="auto">
          <a:xfrm rot="10800000" flipV="1">
            <a:off x="6673531" y="3741690"/>
            <a:ext cx="5111550" cy="2283961"/>
          </a:xfrm>
          <a:prstGeom prst="homePlate">
            <a:avLst>
              <a:gd name="adj" fmla="val 35342"/>
            </a:avLst>
          </a:prstGeom>
          <a:solidFill>
            <a:schemeClr val="accent1">
              <a:lumMod val="75000"/>
              <a:alpha val="50000"/>
            </a:schemeClr>
          </a:solidFill>
          <a:ln w="0">
            <a:solidFill>
              <a:schemeClr val="accent1"/>
            </a:solidFill>
          </a:ln>
          <a:effectLst/>
        </p:spPr>
        <p:txBody>
          <a:bodyPr lIns="1554278" tIns="71954" rIns="143906" bIns="71954" anchor="t" anchorCtr="0"/>
          <a:lstStyle/>
          <a:p>
            <a:pPr defTabSz="914332">
              <a:spcBef>
                <a:spcPts val="300"/>
              </a:spcBef>
              <a:buClr>
                <a:srgbClr val="009999"/>
              </a:buClr>
              <a:buSzPct val="100000"/>
              <a:tabLst>
                <a:tab pos="0" algn="l"/>
              </a:tabLst>
              <a:defRPr/>
            </a:pPr>
            <a:endParaRPr lang="de-DE" altLang="de-DE" sz="1050">
              <a:latin typeface="Arial" panose="020B0604020202020204" pitchFamily="34" charset="0"/>
            </a:endParaRPr>
          </a:p>
        </p:txBody>
      </p:sp>
      <p:sp>
        <p:nvSpPr>
          <p:cNvPr id="15" name="Freeform: Shape 14">
            <a:extLst>
              <a:ext uri="{FF2B5EF4-FFF2-40B4-BE49-F238E27FC236}">
                <a16:creationId xmlns:a16="http://schemas.microsoft.com/office/drawing/2014/main" id="{1B21F73E-55F7-55AC-1D66-5A307EB8D7C1}"/>
              </a:ext>
            </a:extLst>
          </p:cNvPr>
          <p:cNvSpPr/>
          <p:nvPr userDrawn="1"/>
        </p:nvSpPr>
        <p:spPr bwMode="gray">
          <a:xfrm>
            <a:off x="3744310" y="1261702"/>
            <a:ext cx="4751381" cy="4751381"/>
          </a:xfrm>
          <a:custGeom>
            <a:avLst/>
            <a:gdLst>
              <a:gd name="connsiteX0" fmla="*/ 2376000 w 4752000"/>
              <a:gd name="connsiteY0" fmla="*/ 288000 h 4752000"/>
              <a:gd name="connsiteX1" fmla="*/ 288000 w 4752000"/>
              <a:gd name="connsiteY1" fmla="*/ 2376000 h 4752000"/>
              <a:gd name="connsiteX2" fmla="*/ 2376000 w 4752000"/>
              <a:gd name="connsiteY2" fmla="*/ 4464000 h 4752000"/>
              <a:gd name="connsiteX3" fmla="*/ 4464000 w 4752000"/>
              <a:gd name="connsiteY3" fmla="*/ 2376000 h 4752000"/>
              <a:gd name="connsiteX4" fmla="*/ 2376000 w 4752000"/>
              <a:gd name="connsiteY4" fmla="*/ 288000 h 4752000"/>
              <a:gd name="connsiteX5" fmla="*/ 2376000 w 4752000"/>
              <a:gd name="connsiteY5" fmla="*/ 0 h 4752000"/>
              <a:gd name="connsiteX6" fmla="*/ 4752000 w 4752000"/>
              <a:gd name="connsiteY6" fmla="*/ 2376000 h 4752000"/>
              <a:gd name="connsiteX7" fmla="*/ 2376000 w 4752000"/>
              <a:gd name="connsiteY7" fmla="*/ 4752000 h 4752000"/>
              <a:gd name="connsiteX8" fmla="*/ 0 w 4752000"/>
              <a:gd name="connsiteY8" fmla="*/ 2376000 h 4752000"/>
              <a:gd name="connsiteX9" fmla="*/ 2376000 w 4752000"/>
              <a:gd name="connsiteY9" fmla="*/ 0 h 475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2000" h="4752000">
                <a:moveTo>
                  <a:pt x="2376000" y="288000"/>
                </a:moveTo>
                <a:cubicBezTo>
                  <a:pt x="1222829" y="288000"/>
                  <a:pt x="288000" y="1222830"/>
                  <a:pt x="288000" y="2376000"/>
                </a:cubicBezTo>
                <a:cubicBezTo>
                  <a:pt x="288000" y="3529170"/>
                  <a:pt x="1222829" y="4464000"/>
                  <a:pt x="2376000" y="4464000"/>
                </a:cubicBezTo>
                <a:cubicBezTo>
                  <a:pt x="3529171" y="4464000"/>
                  <a:pt x="4464000" y="3529170"/>
                  <a:pt x="4464000" y="2376000"/>
                </a:cubicBezTo>
                <a:cubicBezTo>
                  <a:pt x="4464000" y="1222830"/>
                  <a:pt x="3529171" y="288000"/>
                  <a:pt x="2376000" y="288000"/>
                </a:cubicBezTo>
                <a:close/>
                <a:moveTo>
                  <a:pt x="2376000" y="0"/>
                </a:moveTo>
                <a:cubicBezTo>
                  <a:pt x="3688229" y="0"/>
                  <a:pt x="4752000" y="1063772"/>
                  <a:pt x="4752000" y="2376000"/>
                </a:cubicBezTo>
                <a:cubicBezTo>
                  <a:pt x="4752000" y="3688228"/>
                  <a:pt x="3688229" y="4752000"/>
                  <a:pt x="2376000" y="4752000"/>
                </a:cubicBezTo>
                <a:cubicBezTo>
                  <a:pt x="1063771" y="4752000"/>
                  <a:pt x="0" y="3688228"/>
                  <a:pt x="0" y="2376000"/>
                </a:cubicBezTo>
                <a:cubicBezTo>
                  <a:pt x="0" y="1063772"/>
                  <a:pt x="1063771" y="0"/>
                  <a:pt x="2376000" y="0"/>
                </a:cubicBezTo>
                <a:close/>
              </a:path>
            </a:pathLst>
          </a:custGeom>
          <a:gradFill>
            <a:gsLst>
              <a:gs pos="0">
                <a:srgbClr val="00FFB9"/>
              </a:gs>
              <a:gs pos="100000">
                <a:srgbClr val="00E6DC"/>
              </a:gs>
            </a:gsLst>
            <a:lin ang="0" scaled="0"/>
          </a:gradFill>
          <a:ln>
            <a:noFill/>
          </a:ln>
          <a:effectLst/>
        </p:spPr>
        <p:txBody>
          <a:bodyPr wrap="square" lIns="1371422" tIns="143906" rIns="1371422" bIns="143906" numCol="1" spcCol="72000" rtlCol="0" anchor="ctr">
            <a:noAutofit/>
          </a:bodyPr>
          <a:lstStyle/>
          <a:p>
            <a:pPr algn="ctr" defTabSz="914332">
              <a:lnSpc>
                <a:spcPct val="110000"/>
              </a:lnSpc>
              <a:spcBef>
                <a:spcPct val="0"/>
              </a:spcBef>
              <a:defRPr/>
            </a:pPr>
            <a:endParaRPr lang="en-US" sz="2400" b="1">
              <a:solidFill>
                <a:srgbClr val="00557C"/>
              </a:solidFill>
              <a:latin typeface="Arial"/>
            </a:endParaRPr>
          </a:p>
        </p:txBody>
      </p:sp>
      <p:sp>
        <p:nvSpPr>
          <p:cNvPr id="19" name="Rechteck 18">
            <a:extLst>
              <a:ext uri="{FF2B5EF4-FFF2-40B4-BE49-F238E27FC236}">
                <a16:creationId xmlns:a16="http://schemas.microsoft.com/office/drawing/2014/main" id="{04F380F0-4F46-7A61-4667-9002896641BD}"/>
              </a:ext>
            </a:extLst>
          </p:cNvPr>
          <p:cNvSpPr/>
          <p:nvPr userDrawn="1"/>
        </p:nvSpPr>
        <p:spPr>
          <a:xfrm>
            <a:off x="2" y="1261702"/>
            <a:ext cx="12191999" cy="4751381"/>
          </a:xfrm>
          <a:prstGeom prst="rect">
            <a:avLst/>
          </a:prstGeom>
          <a:solidFill>
            <a:srgbClr val="0000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sz="1801"/>
          </a:p>
        </p:txBody>
      </p:sp>
      <p:sp>
        <p:nvSpPr>
          <p:cNvPr id="22" name="Textplatzhalter 21">
            <a:extLst>
              <a:ext uri="{FF2B5EF4-FFF2-40B4-BE49-F238E27FC236}">
                <a16:creationId xmlns:a16="http://schemas.microsoft.com/office/drawing/2014/main" id="{11159B6F-E42B-3D69-FDAA-0CF096091BF1}"/>
              </a:ext>
            </a:extLst>
          </p:cNvPr>
          <p:cNvSpPr>
            <a:spLocks noGrp="1"/>
          </p:cNvSpPr>
          <p:nvPr>
            <p:ph type="body" sz="quarter" idx="11"/>
          </p:nvPr>
        </p:nvSpPr>
        <p:spPr>
          <a:xfrm>
            <a:off x="406920" y="1265561"/>
            <a:ext cx="3337390" cy="22839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3" name="Textplatzhalter 21">
            <a:extLst>
              <a:ext uri="{FF2B5EF4-FFF2-40B4-BE49-F238E27FC236}">
                <a16:creationId xmlns:a16="http://schemas.microsoft.com/office/drawing/2014/main" id="{488B5D36-858E-A98C-2799-09E6AC9D5C4E}"/>
              </a:ext>
            </a:extLst>
          </p:cNvPr>
          <p:cNvSpPr>
            <a:spLocks noGrp="1"/>
          </p:cNvSpPr>
          <p:nvPr>
            <p:ph type="body" sz="quarter" idx="12"/>
          </p:nvPr>
        </p:nvSpPr>
        <p:spPr>
          <a:xfrm>
            <a:off x="406920" y="3741688"/>
            <a:ext cx="3337390" cy="22839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4" name="Textplatzhalter 21">
            <a:extLst>
              <a:ext uri="{FF2B5EF4-FFF2-40B4-BE49-F238E27FC236}">
                <a16:creationId xmlns:a16="http://schemas.microsoft.com/office/drawing/2014/main" id="{737E0E7B-57AE-CD3E-8556-F0583952CD94}"/>
              </a:ext>
            </a:extLst>
          </p:cNvPr>
          <p:cNvSpPr>
            <a:spLocks noGrp="1"/>
          </p:cNvSpPr>
          <p:nvPr>
            <p:ph type="body" sz="quarter" idx="13"/>
          </p:nvPr>
        </p:nvSpPr>
        <p:spPr>
          <a:xfrm>
            <a:off x="8444265" y="1265561"/>
            <a:ext cx="3337390" cy="22839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5" name="Textplatzhalter 21">
            <a:extLst>
              <a:ext uri="{FF2B5EF4-FFF2-40B4-BE49-F238E27FC236}">
                <a16:creationId xmlns:a16="http://schemas.microsoft.com/office/drawing/2014/main" id="{03692F5B-5736-E92D-CD39-1C1DCE1ECD38}"/>
              </a:ext>
            </a:extLst>
          </p:cNvPr>
          <p:cNvSpPr>
            <a:spLocks noGrp="1"/>
          </p:cNvSpPr>
          <p:nvPr>
            <p:ph type="body" sz="quarter" idx="14"/>
          </p:nvPr>
        </p:nvSpPr>
        <p:spPr>
          <a:xfrm>
            <a:off x="8444265" y="3732033"/>
            <a:ext cx="3337390" cy="22839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6" name="Textplatzhalter 21">
            <a:extLst>
              <a:ext uri="{FF2B5EF4-FFF2-40B4-BE49-F238E27FC236}">
                <a16:creationId xmlns:a16="http://schemas.microsoft.com/office/drawing/2014/main" id="{9EAF4B00-499B-FB84-F6DC-9E1E1F281654}"/>
              </a:ext>
            </a:extLst>
          </p:cNvPr>
          <p:cNvSpPr>
            <a:spLocks noGrp="1"/>
          </p:cNvSpPr>
          <p:nvPr>
            <p:ph type="body" sz="quarter" idx="15"/>
          </p:nvPr>
        </p:nvSpPr>
        <p:spPr>
          <a:xfrm>
            <a:off x="4915818" y="3257551"/>
            <a:ext cx="2456533" cy="8667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5743699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7_Benutzerdefiniertes Layout">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747A7F3E-89E8-6FF8-40D0-7F63486B3E2A}"/>
              </a:ext>
            </a:extLst>
          </p:cNvPr>
          <p:cNvSpPr>
            <a:spLocks noGrp="1"/>
          </p:cNvSpPr>
          <p:nvPr>
            <p:ph type="ftr" sz="quarter" idx="10"/>
          </p:nvPr>
        </p:nvSpPr>
        <p:spPr/>
        <p:txBody>
          <a:bodyPr/>
          <a:lstStyle/>
          <a:p>
            <a:pPr defTabSz="914332">
              <a:buClr>
                <a:srgbClr val="009999"/>
              </a:buClr>
            </a:pPr>
            <a:r>
              <a:rPr lang="en-US" kern="0"/>
              <a:t>© BCT Technology AG 2026</a:t>
            </a:r>
          </a:p>
        </p:txBody>
      </p:sp>
      <p:grpSp>
        <p:nvGrpSpPr>
          <p:cNvPr id="4" name="Gruppieren 3">
            <a:extLst>
              <a:ext uri="{FF2B5EF4-FFF2-40B4-BE49-F238E27FC236}">
                <a16:creationId xmlns:a16="http://schemas.microsoft.com/office/drawing/2014/main" id="{B1A17108-4DEC-2B94-8AB4-43A3D3D2E4D4}"/>
              </a:ext>
            </a:extLst>
          </p:cNvPr>
          <p:cNvGrpSpPr>
            <a:grpSpLocks noChangeAspect="1"/>
          </p:cNvGrpSpPr>
          <p:nvPr userDrawn="1"/>
        </p:nvGrpSpPr>
        <p:grpSpPr>
          <a:xfrm>
            <a:off x="1980001" y="2283201"/>
            <a:ext cx="8185013" cy="1787788"/>
            <a:chOff x="6802145" y="89601"/>
            <a:chExt cx="4774306" cy="1042814"/>
          </a:xfrm>
        </p:grpSpPr>
        <p:pic>
          <p:nvPicPr>
            <p:cNvPr id="8" name="Grafik 7">
              <a:extLst>
                <a:ext uri="{FF2B5EF4-FFF2-40B4-BE49-F238E27FC236}">
                  <a16:creationId xmlns:a16="http://schemas.microsoft.com/office/drawing/2014/main" id="{FC223810-4554-8724-DF49-7A1C0695DF9B}"/>
                </a:ext>
              </a:extLst>
            </p:cNvPr>
            <p:cNvPicPr>
              <a:picLocks noChangeAspect="1"/>
            </p:cNvPicPr>
            <p:nvPr/>
          </p:nvPicPr>
          <p:blipFill>
            <a:blip r:embed="rId2">
              <a:extLst>
                <a:ext uri="{28A0092B-C50C-407E-A947-70E740481C1C}">
                  <a14:useLocalDpi xmlns:a14="http://schemas.microsoft.com/office/drawing/2010/main" val="0"/>
                </a:ext>
              </a:extLst>
            </a:blip>
            <a:srcRect t="1854" b="1854"/>
            <a:stretch/>
          </p:blipFill>
          <p:spPr>
            <a:xfrm>
              <a:off x="8902427" y="89601"/>
              <a:ext cx="2674024" cy="1042814"/>
            </a:xfrm>
            <a:prstGeom prst="rect">
              <a:avLst/>
            </a:prstGeom>
          </p:spPr>
        </p:pic>
        <p:pic>
          <p:nvPicPr>
            <p:cNvPr id="6" name="Grafik 5">
              <a:extLst>
                <a:ext uri="{FF2B5EF4-FFF2-40B4-BE49-F238E27FC236}">
                  <a16:creationId xmlns:a16="http://schemas.microsoft.com/office/drawing/2014/main" id="{20AE0286-15EF-DD0D-B312-940D200BDEA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34000" b="-14393"/>
            <a:stretch/>
          </p:blipFill>
          <p:spPr>
            <a:xfrm>
              <a:off x="6802145" y="336430"/>
              <a:ext cx="1955230" cy="572290"/>
            </a:xfrm>
            <a:prstGeom prst="rect">
              <a:avLst/>
            </a:prstGeom>
          </p:spPr>
        </p:pic>
      </p:grpSp>
    </p:spTree>
    <p:extLst>
      <p:ext uri="{BB962C8B-B14F-4D97-AF65-F5344CB8AC3E}">
        <p14:creationId xmlns:p14="http://schemas.microsoft.com/office/powerpoint/2010/main" val="6026545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9_Benutzerdefiniertes Layout">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BF8A163B-3AB1-4E75-2156-16B12935283C}"/>
              </a:ext>
            </a:extLst>
          </p:cNvPr>
          <p:cNvSpPr>
            <a:spLocks noGrp="1"/>
          </p:cNvSpPr>
          <p:nvPr>
            <p:ph type="ftr" sz="quarter" idx="10"/>
          </p:nvPr>
        </p:nvSpPr>
        <p:spPr/>
        <p:txBody>
          <a:bodyPr/>
          <a:lstStyle/>
          <a:p>
            <a:pPr defTabSz="914332">
              <a:buClr>
                <a:srgbClr val="009999"/>
              </a:buClr>
            </a:pPr>
            <a:r>
              <a:rPr lang="en-US" kern="0"/>
              <a:t>© BCT Technology AG 2026</a:t>
            </a:r>
          </a:p>
        </p:txBody>
      </p:sp>
      <p:pic>
        <p:nvPicPr>
          <p:cNvPr id="4" name="Grafik 3">
            <a:extLst>
              <a:ext uri="{FF2B5EF4-FFF2-40B4-BE49-F238E27FC236}">
                <a16:creationId xmlns:a16="http://schemas.microsoft.com/office/drawing/2014/main" id="{F55BC9E9-C0BB-5FE2-5A87-18CD5E8ABBD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965" b="965"/>
          <a:stretch/>
        </p:blipFill>
        <p:spPr>
          <a:xfrm>
            <a:off x="1260001" y="2340000"/>
            <a:ext cx="9281350" cy="1620000"/>
          </a:xfrm>
          <a:prstGeom prst="rect">
            <a:avLst/>
          </a:prstGeom>
        </p:spPr>
      </p:pic>
    </p:spTree>
    <p:extLst>
      <p:ext uri="{BB962C8B-B14F-4D97-AF65-F5344CB8AC3E}">
        <p14:creationId xmlns:p14="http://schemas.microsoft.com/office/powerpoint/2010/main" val="24537835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8_Benutzerdefiniertes Layout">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BF8A163B-3AB1-4E75-2156-16B12935283C}"/>
              </a:ext>
            </a:extLst>
          </p:cNvPr>
          <p:cNvSpPr>
            <a:spLocks noGrp="1"/>
          </p:cNvSpPr>
          <p:nvPr>
            <p:ph type="ftr" sz="quarter" idx="10"/>
          </p:nvPr>
        </p:nvSpPr>
        <p:spPr/>
        <p:txBody>
          <a:bodyPr/>
          <a:lstStyle/>
          <a:p>
            <a:pPr defTabSz="914332">
              <a:buClr>
                <a:srgbClr val="009999"/>
              </a:buClr>
            </a:pPr>
            <a:r>
              <a:rPr lang="en-US" kern="0"/>
              <a:t>© BCT Technology AG 2026</a:t>
            </a:r>
          </a:p>
        </p:txBody>
      </p:sp>
      <p:pic>
        <p:nvPicPr>
          <p:cNvPr id="4" name="Grafik 3">
            <a:extLst>
              <a:ext uri="{FF2B5EF4-FFF2-40B4-BE49-F238E27FC236}">
                <a16:creationId xmlns:a16="http://schemas.microsoft.com/office/drawing/2014/main" id="{F55BC9E9-C0BB-5FE2-5A87-18CD5E8ABBD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965" b="965"/>
          <a:stretch/>
        </p:blipFill>
        <p:spPr>
          <a:xfrm>
            <a:off x="1260001" y="2340000"/>
            <a:ext cx="9281350" cy="1620000"/>
          </a:xfrm>
          <a:prstGeom prst="rect">
            <a:avLst/>
          </a:prstGeom>
        </p:spPr>
      </p:pic>
    </p:spTree>
    <p:extLst>
      <p:ext uri="{BB962C8B-B14F-4D97-AF65-F5344CB8AC3E}">
        <p14:creationId xmlns:p14="http://schemas.microsoft.com/office/powerpoint/2010/main" val="38358596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Anprechpartner_Steckbrief Mitarbeit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5BA63D-A8AA-B975-B71E-3B45078B7EAE}"/>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0E05B8B1-7193-1EDC-D63E-59744F18F14B}"/>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FF1A8838-819E-14A3-BAC2-E997F25EBAD4}"/>
              </a:ext>
            </a:extLst>
          </p:cNvPr>
          <p:cNvSpPr>
            <a:spLocks noGrp="1"/>
          </p:cNvSpPr>
          <p:nvPr>
            <p:ph type="pic" sz="quarter" idx="11"/>
          </p:nvPr>
        </p:nvSpPr>
        <p:spPr>
          <a:xfrm>
            <a:off x="360363" y="1260000"/>
            <a:ext cx="2160000" cy="2880000"/>
          </a:xfrm>
        </p:spPr>
        <p:txBody>
          <a:bodyPr/>
          <a:lstStyle/>
          <a:p>
            <a:endParaRPr lang="de-DE"/>
          </a:p>
        </p:txBody>
      </p:sp>
      <p:sp>
        <p:nvSpPr>
          <p:cNvPr id="7" name="Textplatzhalter 6">
            <a:extLst>
              <a:ext uri="{FF2B5EF4-FFF2-40B4-BE49-F238E27FC236}">
                <a16:creationId xmlns:a16="http://schemas.microsoft.com/office/drawing/2014/main" id="{13229A77-170D-A62F-A047-8FD90B18C2F2}"/>
              </a:ext>
            </a:extLst>
          </p:cNvPr>
          <p:cNvSpPr>
            <a:spLocks noGrp="1"/>
          </p:cNvSpPr>
          <p:nvPr>
            <p:ph type="body" sz="quarter" idx="12"/>
          </p:nvPr>
        </p:nvSpPr>
        <p:spPr>
          <a:xfrm>
            <a:off x="360363" y="4500000"/>
            <a:ext cx="5400000" cy="144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Inhaltsplatzhalter 8">
            <a:extLst>
              <a:ext uri="{FF2B5EF4-FFF2-40B4-BE49-F238E27FC236}">
                <a16:creationId xmlns:a16="http://schemas.microsoft.com/office/drawing/2014/main" id="{88CF0694-0835-AEC8-2C02-475AED2E825E}"/>
              </a:ext>
            </a:extLst>
          </p:cNvPr>
          <p:cNvSpPr>
            <a:spLocks noGrp="1"/>
          </p:cNvSpPr>
          <p:nvPr>
            <p:ph sz="quarter" idx="13"/>
          </p:nvPr>
        </p:nvSpPr>
        <p:spPr>
          <a:xfrm>
            <a:off x="6120000" y="1259999"/>
            <a:ext cx="5760000" cy="46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Tabellenplatzhalter 10">
            <a:extLst>
              <a:ext uri="{FF2B5EF4-FFF2-40B4-BE49-F238E27FC236}">
                <a16:creationId xmlns:a16="http://schemas.microsoft.com/office/drawing/2014/main" id="{6BBB64A4-96E4-85ED-F0BF-1E9F44948A34}"/>
              </a:ext>
            </a:extLst>
          </p:cNvPr>
          <p:cNvSpPr>
            <a:spLocks noGrp="1"/>
          </p:cNvSpPr>
          <p:nvPr>
            <p:ph type="tbl" sz="quarter" idx="14"/>
          </p:nvPr>
        </p:nvSpPr>
        <p:spPr>
          <a:xfrm>
            <a:off x="2880000" y="1260002"/>
            <a:ext cx="2880000" cy="2879725"/>
          </a:xfrm>
        </p:spPr>
        <p:txBody>
          <a:bodyPr/>
          <a:lstStyle/>
          <a:p>
            <a:endParaRPr lang="de-DE"/>
          </a:p>
        </p:txBody>
      </p:sp>
      <p:sp>
        <p:nvSpPr>
          <p:cNvPr id="6" name="Bildplatzhalter 5">
            <a:extLst>
              <a:ext uri="{FF2B5EF4-FFF2-40B4-BE49-F238E27FC236}">
                <a16:creationId xmlns:a16="http://schemas.microsoft.com/office/drawing/2014/main" id="{4FA5F6E0-C50C-B6B0-1450-D156CB0C6EE2}"/>
              </a:ext>
            </a:extLst>
          </p:cNvPr>
          <p:cNvSpPr>
            <a:spLocks noGrp="1"/>
          </p:cNvSpPr>
          <p:nvPr>
            <p:ph type="pic" sz="quarter" idx="15"/>
          </p:nvPr>
        </p:nvSpPr>
        <p:spPr>
          <a:xfrm>
            <a:off x="4502172" y="4680000"/>
            <a:ext cx="1080000" cy="1080000"/>
          </a:xfrm>
        </p:spPr>
        <p:txBody>
          <a:bodyPr/>
          <a:lstStyle/>
          <a:p>
            <a:endParaRPr lang="de-DE"/>
          </a:p>
        </p:txBody>
      </p:sp>
    </p:spTree>
    <p:extLst>
      <p:ext uri="{BB962C8B-B14F-4D97-AF65-F5344CB8AC3E}">
        <p14:creationId xmlns:p14="http://schemas.microsoft.com/office/powerpoint/2010/main" val="5187093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Ansprechpartner_Eine Pers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5BA63D-A8AA-B975-B71E-3B45078B7EAE}"/>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0E05B8B1-7193-1EDC-D63E-59744F18F14B}"/>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FF1A8838-819E-14A3-BAC2-E997F25EBAD4}"/>
              </a:ext>
            </a:extLst>
          </p:cNvPr>
          <p:cNvSpPr>
            <a:spLocks noGrp="1"/>
          </p:cNvSpPr>
          <p:nvPr>
            <p:ph type="pic" sz="quarter" idx="11"/>
          </p:nvPr>
        </p:nvSpPr>
        <p:spPr>
          <a:xfrm>
            <a:off x="360363" y="1260000"/>
            <a:ext cx="1800000" cy="2160000"/>
          </a:xfrm>
        </p:spPr>
        <p:txBody>
          <a:bodyPr/>
          <a:lstStyle/>
          <a:p>
            <a:endParaRPr lang="de-DE"/>
          </a:p>
        </p:txBody>
      </p:sp>
      <p:sp>
        <p:nvSpPr>
          <p:cNvPr id="4" name="Textplatzhalter 6">
            <a:extLst>
              <a:ext uri="{FF2B5EF4-FFF2-40B4-BE49-F238E27FC236}">
                <a16:creationId xmlns:a16="http://schemas.microsoft.com/office/drawing/2014/main" id="{B5AA64FF-0BA4-FDA6-24BF-92D3D1C8DF90}"/>
              </a:ext>
            </a:extLst>
          </p:cNvPr>
          <p:cNvSpPr>
            <a:spLocks noGrp="1"/>
          </p:cNvSpPr>
          <p:nvPr>
            <p:ph type="body" sz="quarter" idx="16"/>
          </p:nvPr>
        </p:nvSpPr>
        <p:spPr>
          <a:xfrm>
            <a:off x="359998" y="3600000"/>
            <a:ext cx="3600000" cy="360000"/>
          </a:xfrm>
        </p:spPr>
        <p:txBody>
          <a:bodyPr anchor="ctr"/>
          <a:lstStyle>
            <a:lvl1pPr>
              <a:defRPr b="1"/>
            </a:lvl1pPr>
          </a:lstStyle>
          <a:p>
            <a:pPr lvl="0"/>
            <a:r>
              <a:rPr lang="de-DE"/>
              <a:t>Mastertextformat bearbeiten</a:t>
            </a:r>
          </a:p>
        </p:txBody>
      </p:sp>
      <p:sp>
        <p:nvSpPr>
          <p:cNvPr id="8" name="Textplatzhalter 6">
            <a:extLst>
              <a:ext uri="{FF2B5EF4-FFF2-40B4-BE49-F238E27FC236}">
                <a16:creationId xmlns:a16="http://schemas.microsoft.com/office/drawing/2014/main" id="{655340D6-EA18-382E-2C70-FD76DF1E8907}"/>
              </a:ext>
            </a:extLst>
          </p:cNvPr>
          <p:cNvSpPr>
            <a:spLocks noGrp="1"/>
          </p:cNvSpPr>
          <p:nvPr>
            <p:ph type="body" sz="quarter" idx="17"/>
          </p:nvPr>
        </p:nvSpPr>
        <p:spPr>
          <a:xfrm>
            <a:off x="719998" y="3960756"/>
            <a:ext cx="3240000" cy="288000"/>
          </a:xfrm>
        </p:spPr>
        <p:txBody>
          <a:bodyPr anchor="ctr"/>
          <a:lstStyle>
            <a:lvl1pPr>
              <a:defRPr sz="1200"/>
            </a:lvl1pPr>
          </a:lstStyle>
          <a:p>
            <a:pPr lvl="0"/>
            <a:r>
              <a:rPr lang="de-DE"/>
              <a:t>Mastertextformat bearbeiten</a:t>
            </a:r>
          </a:p>
        </p:txBody>
      </p:sp>
      <p:sp>
        <p:nvSpPr>
          <p:cNvPr id="10" name="Bildplatzhalter 5">
            <a:extLst>
              <a:ext uri="{FF2B5EF4-FFF2-40B4-BE49-F238E27FC236}">
                <a16:creationId xmlns:a16="http://schemas.microsoft.com/office/drawing/2014/main" id="{B8917D43-7A6D-88BA-DDD8-AFE0E18D8890}"/>
              </a:ext>
            </a:extLst>
          </p:cNvPr>
          <p:cNvSpPr>
            <a:spLocks noGrp="1"/>
          </p:cNvSpPr>
          <p:nvPr>
            <p:ph type="pic" sz="quarter" idx="18"/>
          </p:nvPr>
        </p:nvSpPr>
        <p:spPr>
          <a:xfrm>
            <a:off x="792000" y="4896000"/>
            <a:ext cx="1008000" cy="216000"/>
          </a:xfrm>
        </p:spPr>
        <p:txBody>
          <a:bodyPr/>
          <a:lstStyle/>
          <a:p>
            <a:endParaRPr lang="de-DE"/>
          </a:p>
        </p:txBody>
      </p:sp>
      <p:sp>
        <p:nvSpPr>
          <p:cNvPr id="12" name="Textplatzhalter 6">
            <a:extLst>
              <a:ext uri="{FF2B5EF4-FFF2-40B4-BE49-F238E27FC236}">
                <a16:creationId xmlns:a16="http://schemas.microsoft.com/office/drawing/2014/main" id="{2C7081FF-F6DE-7B07-D29E-5A310AD5E526}"/>
              </a:ext>
            </a:extLst>
          </p:cNvPr>
          <p:cNvSpPr>
            <a:spLocks noGrp="1"/>
          </p:cNvSpPr>
          <p:nvPr>
            <p:ph type="body" sz="quarter" idx="19"/>
          </p:nvPr>
        </p:nvSpPr>
        <p:spPr>
          <a:xfrm>
            <a:off x="720000" y="4248000"/>
            <a:ext cx="3240000" cy="288000"/>
          </a:xfrm>
        </p:spPr>
        <p:txBody>
          <a:bodyPr anchor="ctr"/>
          <a:lstStyle>
            <a:lvl1pPr>
              <a:defRPr sz="1200"/>
            </a:lvl1pPr>
          </a:lstStyle>
          <a:p>
            <a:pPr lvl="0"/>
            <a:r>
              <a:rPr lang="de-DE"/>
              <a:t>Mastertextformat bearbeiten</a:t>
            </a:r>
          </a:p>
        </p:txBody>
      </p:sp>
      <p:sp>
        <p:nvSpPr>
          <p:cNvPr id="13" name="Textplatzhalter 6">
            <a:extLst>
              <a:ext uri="{FF2B5EF4-FFF2-40B4-BE49-F238E27FC236}">
                <a16:creationId xmlns:a16="http://schemas.microsoft.com/office/drawing/2014/main" id="{9F95477B-7073-52E3-8495-CC198B079E27}"/>
              </a:ext>
            </a:extLst>
          </p:cNvPr>
          <p:cNvSpPr>
            <a:spLocks noGrp="1"/>
          </p:cNvSpPr>
          <p:nvPr>
            <p:ph type="body" sz="quarter" idx="20"/>
          </p:nvPr>
        </p:nvSpPr>
        <p:spPr>
          <a:xfrm>
            <a:off x="720000" y="4536000"/>
            <a:ext cx="3240000" cy="288000"/>
          </a:xfrm>
        </p:spPr>
        <p:txBody>
          <a:bodyPr anchor="ctr"/>
          <a:lstStyle>
            <a:lvl1pPr>
              <a:defRPr sz="1200"/>
            </a:lvl1pPr>
          </a:lstStyle>
          <a:p>
            <a:pPr lvl="0"/>
            <a:r>
              <a:rPr lang="de-DE"/>
              <a:t>Mastertextformat bearbeiten</a:t>
            </a:r>
          </a:p>
        </p:txBody>
      </p:sp>
      <p:pic>
        <p:nvPicPr>
          <p:cNvPr id="15" name="Grafik 14" descr="Chat mit einfarbiger Füllung">
            <a:extLst>
              <a:ext uri="{FF2B5EF4-FFF2-40B4-BE49-F238E27FC236}">
                <a16:creationId xmlns:a16="http://schemas.microsoft.com/office/drawing/2014/main" id="{26A230AF-AD9D-DC32-078F-000F0A514C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2478" y="4284000"/>
            <a:ext cx="216000" cy="216000"/>
          </a:xfrm>
          <a:prstGeom prst="rect">
            <a:avLst/>
          </a:prstGeom>
        </p:spPr>
      </p:pic>
      <p:pic>
        <p:nvPicPr>
          <p:cNvPr id="17" name="Grafik 16" descr="Freisprechanlage mit einfarbiger Füllung">
            <a:extLst>
              <a:ext uri="{FF2B5EF4-FFF2-40B4-BE49-F238E27FC236}">
                <a16:creationId xmlns:a16="http://schemas.microsoft.com/office/drawing/2014/main" id="{66787022-17F9-8455-6ABD-9213E4373C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2478" y="4572253"/>
            <a:ext cx="216000" cy="216000"/>
          </a:xfrm>
          <a:prstGeom prst="rect">
            <a:avLst/>
          </a:prstGeom>
        </p:spPr>
      </p:pic>
      <p:pic>
        <p:nvPicPr>
          <p:cNvPr id="19" name="Grafik 18" descr="Aktenkoffer mit einfarbiger Füllung">
            <a:extLst>
              <a:ext uri="{FF2B5EF4-FFF2-40B4-BE49-F238E27FC236}">
                <a16:creationId xmlns:a16="http://schemas.microsoft.com/office/drawing/2014/main" id="{B1D75672-0911-BE06-26FE-B766F47212F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2478" y="3991181"/>
            <a:ext cx="216000" cy="216000"/>
          </a:xfrm>
          <a:prstGeom prst="rect">
            <a:avLst/>
          </a:prstGeom>
        </p:spPr>
      </p:pic>
      <p:pic>
        <p:nvPicPr>
          <p:cNvPr id="21" name="Grafik 20" descr="Online-Netzwerk mit einfarbiger Füllung">
            <a:extLst>
              <a:ext uri="{FF2B5EF4-FFF2-40B4-BE49-F238E27FC236}">
                <a16:creationId xmlns:a16="http://schemas.microsoft.com/office/drawing/2014/main" id="{88D96F1A-74FA-EDE5-20FC-8447D61E9FA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2478" y="4865072"/>
            <a:ext cx="216000" cy="216000"/>
          </a:xfrm>
          <a:prstGeom prst="rect">
            <a:avLst/>
          </a:prstGeom>
        </p:spPr>
      </p:pic>
    </p:spTree>
    <p:extLst>
      <p:ext uri="{BB962C8B-B14F-4D97-AF65-F5344CB8AC3E}">
        <p14:creationId xmlns:p14="http://schemas.microsoft.com/office/powerpoint/2010/main" val="29510178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nprechpartner_Zwei Person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5BA63D-A8AA-B975-B71E-3B45078B7EAE}"/>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0E05B8B1-7193-1EDC-D63E-59744F18F14B}"/>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FF1A8838-819E-14A3-BAC2-E997F25EBAD4}"/>
              </a:ext>
            </a:extLst>
          </p:cNvPr>
          <p:cNvSpPr>
            <a:spLocks noGrp="1"/>
          </p:cNvSpPr>
          <p:nvPr>
            <p:ph type="pic" sz="quarter" idx="11"/>
          </p:nvPr>
        </p:nvSpPr>
        <p:spPr>
          <a:xfrm>
            <a:off x="360363" y="1260000"/>
            <a:ext cx="1800000" cy="2160000"/>
          </a:xfrm>
        </p:spPr>
        <p:txBody>
          <a:bodyPr/>
          <a:lstStyle/>
          <a:p>
            <a:endParaRPr lang="de-DE"/>
          </a:p>
        </p:txBody>
      </p:sp>
      <p:sp>
        <p:nvSpPr>
          <p:cNvPr id="4" name="Textplatzhalter 6">
            <a:extLst>
              <a:ext uri="{FF2B5EF4-FFF2-40B4-BE49-F238E27FC236}">
                <a16:creationId xmlns:a16="http://schemas.microsoft.com/office/drawing/2014/main" id="{B5AA64FF-0BA4-FDA6-24BF-92D3D1C8DF90}"/>
              </a:ext>
            </a:extLst>
          </p:cNvPr>
          <p:cNvSpPr>
            <a:spLocks noGrp="1"/>
          </p:cNvSpPr>
          <p:nvPr>
            <p:ph type="body" sz="quarter" idx="16"/>
          </p:nvPr>
        </p:nvSpPr>
        <p:spPr>
          <a:xfrm>
            <a:off x="359998" y="3600000"/>
            <a:ext cx="3600000" cy="360000"/>
          </a:xfrm>
        </p:spPr>
        <p:txBody>
          <a:bodyPr anchor="ctr"/>
          <a:lstStyle>
            <a:lvl1pPr>
              <a:defRPr b="1"/>
            </a:lvl1pPr>
          </a:lstStyle>
          <a:p>
            <a:pPr lvl="0"/>
            <a:r>
              <a:rPr lang="de-DE"/>
              <a:t>Mastertextformat bearbeiten</a:t>
            </a:r>
          </a:p>
        </p:txBody>
      </p:sp>
      <p:sp>
        <p:nvSpPr>
          <p:cNvPr id="8" name="Textplatzhalter 6">
            <a:extLst>
              <a:ext uri="{FF2B5EF4-FFF2-40B4-BE49-F238E27FC236}">
                <a16:creationId xmlns:a16="http://schemas.microsoft.com/office/drawing/2014/main" id="{655340D6-EA18-382E-2C70-FD76DF1E8907}"/>
              </a:ext>
            </a:extLst>
          </p:cNvPr>
          <p:cNvSpPr>
            <a:spLocks noGrp="1"/>
          </p:cNvSpPr>
          <p:nvPr>
            <p:ph type="body" sz="quarter" idx="17"/>
          </p:nvPr>
        </p:nvSpPr>
        <p:spPr>
          <a:xfrm>
            <a:off x="719998" y="3960756"/>
            <a:ext cx="3240000" cy="288000"/>
          </a:xfrm>
        </p:spPr>
        <p:txBody>
          <a:bodyPr anchor="ctr"/>
          <a:lstStyle>
            <a:lvl1pPr>
              <a:defRPr sz="1200"/>
            </a:lvl1pPr>
          </a:lstStyle>
          <a:p>
            <a:pPr lvl="0"/>
            <a:r>
              <a:rPr lang="de-DE"/>
              <a:t>Mastertextformat bearbeiten</a:t>
            </a:r>
          </a:p>
        </p:txBody>
      </p:sp>
      <p:sp>
        <p:nvSpPr>
          <p:cNvPr id="10" name="Bildplatzhalter 5">
            <a:extLst>
              <a:ext uri="{FF2B5EF4-FFF2-40B4-BE49-F238E27FC236}">
                <a16:creationId xmlns:a16="http://schemas.microsoft.com/office/drawing/2014/main" id="{B8917D43-7A6D-88BA-DDD8-AFE0E18D8890}"/>
              </a:ext>
            </a:extLst>
          </p:cNvPr>
          <p:cNvSpPr>
            <a:spLocks noGrp="1"/>
          </p:cNvSpPr>
          <p:nvPr>
            <p:ph type="pic" sz="quarter" idx="18"/>
          </p:nvPr>
        </p:nvSpPr>
        <p:spPr>
          <a:xfrm>
            <a:off x="792000" y="4896000"/>
            <a:ext cx="1008000" cy="216000"/>
          </a:xfrm>
        </p:spPr>
        <p:txBody>
          <a:bodyPr/>
          <a:lstStyle/>
          <a:p>
            <a:endParaRPr lang="de-DE"/>
          </a:p>
        </p:txBody>
      </p:sp>
      <p:sp>
        <p:nvSpPr>
          <p:cNvPr id="12" name="Textplatzhalter 6">
            <a:extLst>
              <a:ext uri="{FF2B5EF4-FFF2-40B4-BE49-F238E27FC236}">
                <a16:creationId xmlns:a16="http://schemas.microsoft.com/office/drawing/2014/main" id="{2C7081FF-F6DE-7B07-D29E-5A310AD5E526}"/>
              </a:ext>
            </a:extLst>
          </p:cNvPr>
          <p:cNvSpPr>
            <a:spLocks noGrp="1"/>
          </p:cNvSpPr>
          <p:nvPr>
            <p:ph type="body" sz="quarter" idx="19"/>
          </p:nvPr>
        </p:nvSpPr>
        <p:spPr>
          <a:xfrm>
            <a:off x="720000" y="4248000"/>
            <a:ext cx="3240000" cy="288000"/>
          </a:xfrm>
        </p:spPr>
        <p:txBody>
          <a:bodyPr anchor="ctr"/>
          <a:lstStyle>
            <a:lvl1pPr>
              <a:defRPr sz="1200"/>
            </a:lvl1pPr>
          </a:lstStyle>
          <a:p>
            <a:pPr lvl="0"/>
            <a:r>
              <a:rPr lang="de-DE"/>
              <a:t>Mastertextformat bearbeiten</a:t>
            </a:r>
          </a:p>
        </p:txBody>
      </p:sp>
      <p:sp>
        <p:nvSpPr>
          <p:cNvPr id="13" name="Textplatzhalter 6">
            <a:extLst>
              <a:ext uri="{FF2B5EF4-FFF2-40B4-BE49-F238E27FC236}">
                <a16:creationId xmlns:a16="http://schemas.microsoft.com/office/drawing/2014/main" id="{9F95477B-7073-52E3-8495-CC198B079E27}"/>
              </a:ext>
            </a:extLst>
          </p:cNvPr>
          <p:cNvSpPr>
            <a:spLocks noGrp="1"/>
          </p:cNvSpPr>
          <p:nvPr>
            <p:ph type="body" sz="quarter" idx="20"/>
          </p:nvPr>
        </p:nvSpPr>
        <p:spPr>
          <a:xfrm>
            <a:off x="720000" y="4536000"/>
            <a:ext cx="3240000" cy="288000"/>
          </a:xfrm>
        </p:spPr>
        <p:txBody>
          <a:bodyPr anchor="ctr"/>
          <a:lstStyle>
            <a:lvl1pPr>
              <a:defRPr sz="1200"/>
            </a:lvl1pPr>
          </a:lstStyle>
          <a:p>
            <a:pPr lvl="0"/>
            <a:r>
              <a:rPr lang="de-DE"/>
              <a:t>Mastertextformat bearbeiten</a:t>
            </a:r>
          </a:p>
        </p:txBody>
      </p:sp>
      <p:pic>
        <p:nvPicPr>
          <p:cNvPr id="15" name="Grafik 14" descr="Chat mit einfarbiger Füllung">
            <a:extLst>
              <a:ext uri="{FF2B5EF4-FFF2-40B4-BE49-F238E27FC236}">
                <a16:creationId xmlns:a16="http://schemas.microsoft.com/office/drawing/2014/main" id="{26A230AF-AD9D-DC32-078F-000F0A514C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2478" y="4284000"/>
            <a:ext cx="216000" cy="216000"/>
          </a:xfrm>
          <a:prstGeom prst="rect">
            <a:avLst/>
          </a:prstGeom>
        </p:spPr>
      </p:pic>
      <p:pic>
        <p:nvPicPr>
          <p:cNvPr id="17" name="Grafik 16" descr="Freisprechanlage mit einfarbiger Füllung">
            <a:extLst>
              <a:ext uri="{FF2B5EF4-FFF2-40B4-BE49-F238E27FC236}">
                <a16:creationId xmlns:a16="http://schemas.microsoft.com/office/drawing/2014/main" id="{66787022-17F9-8455-6ABD-9213E4373C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2478" y="4572253"/>
            <a:ext cx="216000" cy="216000"/>
          </a:xfrm>
          <a:prstGeom prst="rect">
            <a:avLst/>
          </a:prstGeom>
        </p:spPr>
      </p:pic>
      <p:pic>
        <p:nvPicPr>
          <p:cNvPr id="19" name="Grafik 18" descr="Aktenkoffer mit einfarbiger Füllung">
            <a:extLst>
              <a:ext uri="{FF2B5EF4-FFF2-40B4-BE49-F238E27FC236}">
                <a16:creationId xmlns:a16="http://schemas.microsoft.com/office/drawing/2014/main" id="{B1D75672-0911-BE06-26FE-B766F47212F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2478" y="3991181"/>
            <a:ext cx="216000" cy="216000"/>
          </a:xfrm>
          <a:prstGeom prst="rect">
            <a:avLst/>
          </a:prstGeom>
        </p:spPr>
      </p:pic>
      <p:pic>
        <p:nvPicPr>
          <p:cNvPr id="21" name="Grafik 20" descr="Online-Netzwerk mit einfarbiger Füllung">
            <a:extLst>
              <a:ext uri="{FF2B5EF4-FFF2-40B4-BE49-F238E27FC236}">
                <a16:creationId xmlns:a16="http://schemas.microsoft.com/office/drawing/2014/main" id="{88D96F1A-74FA-EDE5-20FC-8447D61E9FA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2478" y="4865072"/>
            <a:ext cx="216000" cy="216000"/>
          </a:xfrm>
          <a:prstGeom prst="rect">
            <a:avLst/>
          </a:prstGeom>
        </p:spPr>
      </p:pic>
      <p:sp>
        <p:nvSpPr>
          <p:cNvPr id="22" name="Bildplatzhalter 4">
            <a:extLst>
              <a:ext uri="{FF2B5EF4-FFF2-40B4-BE49-F238E27FC236}">
                <a16:creationId xmlns:a16="http://schemas.microsoft.com/office/drawing/2014/main" id="{5A410A47-19E3-EE97-DCCB-244F6AC20506}"/>
              </a:ext>
            </a:extLst>
          </p:cNvPr>
          <p:cNvSpPr>
            <a:spLocks noGrp="1"/>
          </p:cNvSpPr>
          <p:nvPr>
            <p:ph type="pic" sz="quarter" idx="21"/>
          </p:nvPr>
        </p:nvSpPr>
        <p:spPr>
          <a:xfrm>
            <a:off x="4320363" y="1242000"/>
            <a:ext cx="1800000" cy="2160000"/>
          </a:xfrm>
        </p:spPr>
        <p:txBody>
          <a:bodyPr/>
          <a:lstStyle/>
          <a:p>
            <a:endParaRPr lang="de-DE"/>
          </a:p>
        </p:txBody>
      </p:sp>
      <p:sp>
        <p:nvSpPr>
          <p:cNvPr id="23" name="Textplatzhalter 6">
            <a:extLst>
              <a:ext uri="{FF2B5EF4-FFF2-40B4-BE49-F238E27FC236}">
                <a16:creationId xmlns:a16="http://schemas.microsoft.com/office/drawing/2014/main" id="{A1992F62-50A2-0A14-EDA7-FD9AFDAA884C}"/>
              </a:ext>
            </a:extLst>
          </p:cNvPr>
          <p:cNvSpPr>
            <a:spLocks noGrp="1"/>
          </p:cNvSpPr>
          <p:nvPr>
            <p:ph type="body" sz="quarter" idx="22"/>
          </p:nvPr>
        </p:nvSpPr>
        <p:spPr>
          <a:xfrm>
            <a:off x="4319998" y="3582000"/>
            <a:ext cx="3600000" cy="360000"/>
          </a:xfrm>
        </p:spPr>
        <p:txBody>
          <a:bodyPr anchor="ctr"/>
          <a:lstStyle>
            <a:lvl1pPr>
              <a:defRPr b="1"/>
            </a:lvl1pPr>
          </a:lstStyle>
          <a:p>
            <a:pPr lvl="0"/>
            <a:r>
              <a:rPr lang="de-DE"/>
              <a:t>Mastertextformat bearbeiten</a:t>
            </a:r>
          </a:p>
        </p:txBody>
      </p:sp>
      <p:sp>
        <p:nvSpPr>
          <p:cNvPr id="24" name="Textplatzhalter 6">
            <a:extLst>
              <a:ext uri="{FF2B5EF4-FFF2-40B4-BE49-F238E27FC236}">
                <a16:creationId xmlns:a16="http://schemas.microsoft.com/office/drawing/2014/main" id="{E0219E3F-DF9E-DD21-209E-CD6BEF3FC039}"/>
              </a:ext>
            </a:extLst>
          </p:cNvPr>
          <p:cNvSpPr>
            <a:spLocks noGrp="1"/>
          </p:cNvSpPr>
          <p:nvPr>
            <p:ph type="body" sz="quarter" idx="23"/>
          </p:nvPr>
        </p:nvSpPr>
        <p:spPr>
          <a:xfrm>
            <a:off x="4679998" y="3942756"/>
            <a:ext cx="3240000" cy="288000"/>
          </a:xfrm>
        </p:spPr>
        <p:txBody>
          <a:bodyPr anchor="ctr"/>
          <a:lstStyle>
            <a:lvl1pPr>
              <a:defRPr sz="1200"/>
            </a:lvl1pPr>
          </a:lstStyle>
          <a:p>
            <a:pPr lvl="0"/>
            <a:r>
              <a:rPr lang="de-DE"/>
              <a:t>Mastertextformat bearbeiten</a:t>
            </a:r>
          </a:p>
        </p:txBody>
      </p:sp>
      <p:sp>
        <p:nvSpPr>
          <p:cNvPr id="25" name="Bildplatzhalter 5">
            <a:extLst>
              <a:ext uri="{FF2B5EF4-FFF2-40B4-BE49-F238E27FC236}">
                <a16:creationId xmlns:a16="http://schemas.microsoft.com/office/drawing/2014/main" id="{B01185FA-12A8-EDB6-1827-3AF43285FEFB}"/>
              </a:ext>
            </a:extLst>
          </p:cNvPr>
          <p:cNvSpPr>
            <a:spLocks noGrp="1"/>
          </p:cNvSpPr>
          <p:nvPr>
            <p:ph type="pic" sz="quarter" idx="24"/>
          </p:nvPr>
        </p:nvSpPr>
        <p:spPr>
          <a:xfrm>
            <a:off x="4752000" y="4878000"/>
            <a:ext cx="1008000" cy="216000"/>
          </a:xfrm>
        </p:spPr>
        <p:txBody>
          <a:bodyPr/>
          <a:lstStyle/>
          <a:p>
            <a:endParaRPr lang="de-DE"/>
          </a:p>
        </p:txBody>
      </p:sp>
      <p:sp>
        <p:nvSpPr>
          <p:cNvPr id="26" name="Textplatzhalter 6">
            <a:extLst>
              <a:ext uri="{FF2B5EF4-FFF2-40B4-BE49-F238E27FC236}">
                <a16:creationId xmlns:a16="http://schemas.microsoft.com/office/drawing/2014/main" id="{D0138181-7679-A585-7E8D-693A933BE368}"/>
              </a:ext>
            </a:extLst>
          </p:cNvPr>
          <p:cNvSpPr>
            <a:spLocks noGrp="1"/>
          </p:cNvSpPr>
          <p:nvPr>
            <p:ph type="body" sz="quarter" idx="25"/>
          </p:nvPr>
        </p:nvSpPr>
        <p:spPr>
          <a:xfrm>
            <a:off x="4680000" y="4230000"/>
            <a:ext cx="3240000" cy="288000"/>
          </a:xfrm>
        </p:spPr>
        <p:txBody>
          <a:bodyPr anchor="ctr"/>
          <a:lstStyle>
            <a:lvl1pPr>
              <a:defRPr sz="1200"/>
            </a:lvl1pPr>
          </a:lstStyle>
          <a:p>
            <a:pPr lvl="0"/>
            <a:r>
              <a:rPr lang="de-DE"/>
              <a:t>Mastertextformat bearbeiten</a:t>
            </a:r>
          </a:p>
        </p:txBody>
      </p:sp>
      <p:sp>
        <p:nvSpPr>
          <p:cNvPr id="27" name="Textplatzhalter 6">
            <a:extLst>
              <a:ext uri="{FF2B5EF4-FFF2-40B4-BE49-F238E27FC236}">
                <a16:creationId xmlns:a16="http://schemas.microsoft.com/office/drawing/2014/main" id="{0EA00590-010E-8833-62A0-696472BEAD29}"/>
              </a:ext>
            </a:extLst>
          </p:cNvPr>
          <p:cNvSpPr>
            <a:spLocks noGrp="1"/>
          </p:cNvSpPr>
          <p:nvPr>
            <p:ph type="body" sz="quarter" idx="26"/>
          </p:nvPr>
        </p:nvSpPr>
        <p:spPr>
          <a:xfrm>
            <a:off x="4680000" y="4518000"/>
            <a:ext cx="3240000" cy="288000"/>
          </a:xfrm>
        </p:spPr>
        <p:txBody>
          <a:bodyPr anchor="ctr"/>
          <a:lstStyle>
            <a:lvl1pPr>
              <a:defRPr sz="1200"/>
            </a:lvl1pPr>
          </a:lstStyle>
          <a:p>
            <a:pPr lvl="0"/>
            <a:r>
              <a:rPr lang="de-DE"/>
              <a:t>Mastertextformat bearbeiten</a:t>
            </a:r>
          </a:p>
        </p:txBody>
      </p:sp>
      <p:pic>
        <p:nvPicPr>
          <p:cNvPr id="28" name="Grafik 27" descr="Chat mit einfarbiger Füllung">
            <a:extLst>
              <a:ext uri="{FF2B5EF4-FFF2-40B4-BE49-F238E27FC236}">
                <a16:creationId xmlns:a16="http://schemas.microsoft.com/office/drawing/2014/main" id="{185B710B-BF6B-9442-86D3-DC6E0322A7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22478" y="4266000"/>
            <a:ext cx="216000" cy="216000"/>
          </a:xfrm>
          <a:prstGeom prst="rect">
            <a:avLst/>
          </a:prstGeom>
        </p:spPr>
      </p:pic>
      <p:pic>
        <p:nvPicPr>
          <p:cNvPr id="29" name="Grafik 28" descr="Freisprechanlage mit einfarbiger Füllung">
            <a:extLst>
              <a:ext uri="{FF2B5EF4-FFF2-40B4-BE49-F238E27FC236}">
                <a16:creationId xmlns:a16="http://schemas.microsoft.com/office/drawing/2014/main" id="{16297E03-A676-CABB-DC07-D896D47A3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22478" y="4554253"/>
            <a:ext cx="216000" cy="216000"/>
          </a:xfrm>
          <a:prstGeom prst="rect">
            <a:avLst/>
          </a:prstGeom>
        </p:spPr>
      </p:pic>
      <p:pic>
        <p:nvPicPr>
          <p:cNvPr id="30" name="Grafik 29" descr="Aktenkoffer mit einfarbiger Füllung">
            <a:extLst>
              <a:ext uri="{FF2B5EF4-FFF2-40B4-BE49-F238E27FC236}">
                <a16:creationId xmlns:a16="http://schemas.microsoft.com/office/drawing/2014/main" id="{7EEE4B4E-04A5-32BB-2724-01D8CBCA241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22478" y="3973181"/>
            <a:ext cx="216000" cy="216000"/>
          </a:xfrm>
          <a:prstGeom prst="rect">
            <a:avLst/>
          </a:prstGeom>
        </p:spPr>
      </p:pic>
      <p:pic>
        <p:nvPicPr>
          <p:cNvPr id="31" name="Grafik 30" descr="Online-Netzwerk mit einfarbiger Füllung">
            <a:extLst>
              <a:ext uri="{FF2B5EF4-FFF2-40B4-BE49-F238E27FC236}">
                <a16:creationId xmlns:a16="http://schemas.microsoft.com/office/drawing/2014/main" id="{28B9C452-CC08-3166-F3C4-FA52955A9FC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22478" y="4847072"/>
            <a:ext cx="216000" cy="216000"/>
          </a:xfrm>
          <a:prstGeom prst="rect">
            <a:avLst/>
          </a:prstGeom>
        </p:spPr>
      </p:pic>
    </p:spTree>
    <p:extLst>
      <p:ext uri="{BB962C8B-B14F-4D97-AF65-F5344CB8AC3E}">
        <p14:creationId xmlns:p14="http://schemas.microsoft.com/office/powerpoint/2010/main" val="1418140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Ansprechpartner_Drei Person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5BA63D-A8AA-B975-B71E-3B45078B7EAE}"/>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0E05B8B1-7193-1EDC-D63E-59744F18F14B}"/>
              </a:ext>
            </a:extLst>
          </p:cNvPr>
          <p:cNvSpPr>
            <a:spLocks noGrp="1"/>
          </p:cNvSpPr>
          <p:nvPr>
            <p:ph type="ftr" sz="quarter" idx="10"/>
          </p:nvPr>
        </p:nvSpPr>
        <p:spPr/>
        <p:txBody>
          <a:bodyPr/>
          <a:lstStyle/>
          <a:p>
            <a:pPr defTabSz="914332">
              <a:buClr>
                <a:srgbClr val="009999"/>
              </a:buClr>
            </a:pPr>
            <a:r>
              <a:rPr lang="en-US" kern="0"/>
              <a:t>© BCT Technology AG 2026</a:t>
            </a:r>
          </a:p>
        </p:txBody>
      </p:sp>
      <p:sp>
        <p:nvSpPr>
          <p:cNvPr id="5" name="Bildplatzhalter 4">
            <a:extLst>
              <a:ext uri="{FF2B5EF4-FFF2-40B4-BE49-F238E27FC236}">
                <a16:creationId xmlns:a16="http://schemas.microsoft.com/office/drawing/2014/main" id="{FF1A8838-819E-14A3-BAC2-E997F25EBAD4}"/>
              </a:ext>
            </a:extLst>
          </p:cNvPr>
          <p:cNvSpPr>
            <a:spLocks noGrp="1"/>
          </p:cNvSpPr>
          <p:nvPr>
            <p:ph type="pic" sz="quarter" idx="11"/>
          </p:nvPr>
        </p:nvSpPr>
        <p:spPr>
          <a:xfrm>
            <a:off x="360363" y="1260000"/>
            <a:ext cx="1800000" cy="2160000"/>
          </a:xfrm>
        </p:spPr>
        <p:txBody>
          <a:bodyPr/>
          <a:lstStyle/>
          <a:p>
            <a:endParaRPr lang="de-DE"/>
          </a:p>
        </p:txBody>
      </p:sp>
      <p:sp>
        <p:nvSpPr>
          <p:cNvPr id="4" name="Textplatzhalter 6">
            <a:extLst>
              <a:ext uri="{FF2B5EF4-FFF2-40B4-BE49-F238E27FC236}">
                <a16:creationId xmlns:a16="http://schemas.microsoft.com/office/drawing/2014/main" id="{B5AA64FF-0BA4-FDA6-24BF-92D3D1C8DF90}"/>
              </a:ext>
            </a:extLst>
          </p:cNvPr>
          <p:cNvSpPr>
            <a:spLocks noGrp="1"/>
          </p:cNvSpPr>
          <p:nvPr>
            <p:ph type="body" sz="quarter" idx="16"/>
          </p:nvPr>
        </p:nvSpPr>
        <p:spPr>
          <a:xfrm>
            <a:off x="359998" y="3600000"/>
            <a:ext cx="3600000" cy="360000"/>
          </a:xfrm>
        </p:spPr>
        <p:txBody>
          <a:bodyPr anchor="ctr"/>
          <a:lstStyle>
            <a:lvl1pPr>
              <a:defRPr b="1"/>
            </a:lvl1pPr>
          </a:lstStyle>
          <a:p>
            <a:pPr lvl="0"/>
            <a:r>
              <a:rPr lang="de-DE"/>
              <a:t>Mastertextformat bearbeiten</a:t>
            </a:r>
          </a:p>
        </p:txBody>
      </p:sp>
      <p:sp>
        <p:nvSpPr>
          <p:cNvPr id="8" name="Textplatzhalter 6">
            <a:extLst>
              <a:ext uri="{FF2B5EF4-FFF2-40B4-BE49-F238E27FC236}">
                <a16:creationId xmlns:a16="http://schemas.microsoft.com/office/drawing/2014/main" id="{655340D6-EA18-382E-2C70-FD76DF1E8907}"/>
              </a:ext>
            </a:extLst>
          </p:cNvPr>
          <p:cNvSpPr>
            <a:spLocks noGrp="1"/>
          </p:cNvSpPr>
          <p:nvPr>
            <p:ph type="body" sz="quarter" idx="17"/>
          </p:nvPr>
        </p:nvSpPr>
        <p:spPr>
          <a:xfrm>
            <a:off x="719998" y="3960756"/>
            <a:ext cx="3240000" cy="288000"/>
          </a:xfrm>
        </p:spPr>
        <p:txBody>
          <a:bodyPr anchor="ctr"/>
          <a:lstStyle>
            <a:lvl1pPr>
              <a:defRPr sz="1200"/>
            </a:lvl1pPr>
          </a:lstStyle>
          <a:p>
            <a:pPr lvl="0"/>
            <a:r>
              <a:rPr lang="de-DE"/>
              <a:t>Mastertextformat bearbeiten</a:t>
            </a:r>
          </a:p>
        </p:txBody>
      </p:sp>
      <p:sp>
        <p:nvSpPr>
          <p:cNvPr id="10" name="Bildplatzhalter 5">
            <a:extLst>
              <a:ext uri="{FF2B5EF4-FFF2-40B4-BE49-F238E27FC236}">
                <a16:creationId xmlns:a16="http://schemas.microsoft.com/office/drawing/2014/main" id="{B8917D43-7A6D-88BA-DDD8-AFE0E18D8890}"/>
              </a:ext>
            </a:extLst>
          </p:cNvPr>
          <p:cNvSpPr>
            <a:spLocks noGrp="1"/>
          </p:cNvSpPr>
          <p:nvPr>
            <p:ph type="pic" sz="quarter" idx="18"/>
          </p:nvPr>
        </p:nvSpPr>
        <p:spPr>
          <a:xfrm>
            <a:off x="792000" y="4896000"/>
            <a:ext cx="1008000" cy="216000"/>
          </a:xfrm>
        </p:spPr>
        <p:txBody>
          <a:bodyPr/>
          <a:lstStyle/>
          <a:p>
            <a:endParaRPr lang="de-DE"/>
          </a:p>
        </p:txBody>
      </p:sp>
      <p:sp>
        <p:nvSpPr>
          <p:cNvPr id="12" name="Textplatzhalter 6">
            <a:extLst>
              <a:ext uri="{FF2B5EF4-FFF2-40B4-BE49-F238E27FC236}">
                <a16:creationId xmlns:a16="http://schemas.microsoft.com/office/drawing/2014/main" id="{2C7081FF-F6DE-7B07-D29E-5A310AD5E526}"/>
              </a:ext>
            </a:extLst>
          </p:cNvPr>
          <p:cNvSpPr>
            <a:spLocks noGrp="1"/>
          </p:cNvSpPr>
          <p:nvPr>
            <p:ph type="body" sz="quarter" idx="19"/>
          </p:nvPr>
        </p:nvSpPr>
        <p:spPr>
          <a:xfrm>
            <a:off x="720000" y="4248000"/>
            <a:ext cx="3240000" cy="288000"/>
          </a:xfrm>
        </p:spPr>
        <p:txBody>
          <a:bodyPr anchor="ctr"/>
          <a:lstStyle>
            <a:lvl1pPr>
              <a:defRPr sz="1200"/>
            </a:lvl1pPr>
          </a:lstStyle>
          <a:p>
            <a:pPr lvl="0"/>
            <a:r>
              <a:rPr lang="de-DE"/>
              <a:t>Mastertextformat bearbeiten</a:t>
            </a:r>
          </a:p>
        </p:txBody>
      </p:sp>
      <p:sp>
        <p:nvSpPr>
          <p:cNvPr id="13" name="Textplatzhalter 6">
            <a:extLst>
              <a:ext uri="{FF2B5EF4-FFF2-40B4-BE49-F238E27FC236}">
                <a16:creationId xmlns:a16="http://schemas.microsoft.com/office/drawing/2014/main" id="{9F95477B-7073-52E3-8495-CC198B079E27}"/>
              </a:ext>
            </a:extLst>
          </p:cNvPr>
          <p:cNvSpPr>
            <a:spLocks noGrp="1"/>
          </p:cNvSpPr>
          <p:nvPr>
            <p:ph type="body" sz="quarter" idx="20"/>
          </p:nvPr>
        </p:nvSpPr>
        <p:spPr>
          <a:xfrm>
            <a:off x="720000" y="4536000"/>
            <a:ext cx="3240000" cy="288000"/>
          </a:xfrm>
        </p:spPr>
        <p:txBody>
          <a:bodyPr anchor="ctr"/>
          <a:lstStyle>
            <a:lvl1pPr>
              <a:defRPr sz="1200"/>
            </a:lvl1pPr>
          </a:lstStyle>
          <a:p>
            <a:pPr lvl="0"/>
            <a:r>
              <a:rPr lang="de-DE"/>
              <a:t>Mastertextformat bearbeiten</a:t>
            </a:r>
          </a:p>
        </p:txBody>
      </p:sp>
      <p:pic>
        <p:nvPicPr>
          <p:cNvPr id="15" name="Grafik 14" descr="Chat mit einfarbiger Füllung">
            <a:extLst>
              <a:ext uri="{FF2B5EF4-FFF2-40B4-BE49-F238E27FC236}">
                <a16:creationId xmlns:a16="http://schemas.microsoft.com/office/drawing/2014/main" id="{26A230AF-AD9D-DC32-078F-000F0A514C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2478" y="4284000"/>
            <a:ext cx="216000" cy="216000"/>
          </a:xfrm>
          <a:prstGeom prst="rect">
            <a:avLst/>
          </a:prstGeom>
        </p:spPr>
      </p:pic>
      <p:pic>
        <p:nvPicPr>
          <p:cNvPr id="17" name="Grafik 16" descr="Freisprechanlage mit einfarbiger Füllung">
            <a:extLst>
              <a:ext uri="{FF2B5EF4-FFF2-40B4-BE49-F238E27FC236}">
                <a16:creationId xmlns:a16="http://schemas.microsoft.com/office/drawing/2014/main" id="{66787022-17F9-8455-6ABD-9213E4373C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2478" y="4572253"/>
            <a:ext cx="216000" cy="216000"/>
          </a:xfrm>
          <a:prstGeom prst="rect">
            <a:avLst/>
          </a:prstGeom>
        </p:spPr>
      </p:pic>
      <p:pic>
        <p:nvPicPr>
          <p:cNvPr id="19" name="Grafik 18" descr="Aktenkoffer mit einfarbiger Füllung">
            <a:extLst>
              <a:ext uri="{FF2B5EF4-FFF2-40B4-BE49-F238E27FC236}">
                <a16:creationId xmlns:a16="http://schemas.microsoft.com/office/drawing/2014/main" id="{B1D75672-0911-BE06-26FE-B766F47212F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2478" y="3991181"/>
            <a:ext cx="216000" cy="216000"/>
          </a:xfrm>
          <a:prstGeom prst="rect">
            <a:avLst/>
          </a:prstGeom>
        </p:spPr>
      </p:pic>
      <p:pic>
        <p:nvPicPr>
          <p:cNvPr id="21" name="Grafik 20" descr="Online-Netzwerk mit einfarbiger Füllung">
            <a:extLst>
              <a:ext uri="{FF2B5EF4-FFF2-40B4-BE49-F238E27FC236}">
                <a16:creationId xmlns:a16="http://schemas.microsoft.com/office/drawing/2014/main" id="{88D96F1A-74FA-EDE5-20FC-8447D61E9FA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2478" y="4865072"/>
            <a:ext cx="216000" cy="216000"/>
          </a:xfrm>
          <a:prstGeom prst="rect">
            <a:avLst/>
          </a:prstGeom>
        </p:spPr>
      </p:pic>
      <p:sp>
        <p:nvSpPr>
          <p:cNvPr id="22" name="Bildplatzhalter 4">
            <a:extLst>
              <a:ext uri="{FF2B5EF4-FFF2-40B4-BE49-F238E27FC236}">
                <a16:creationId xmlns:a16="http://schemas.microsoft.com/office/drawing/2014/main" id="{5A410A47-19E3-EE97-DCCB-244F6AC20506}"/>
              </a:ext>
            </a:extLst>
          </p:cNvPr>
          <p:cNvSpPr>
            <a:spLocks noGrp="1"/>
          </p:cNvSpPr>
          <p:nvPr>
            <p:ph type="pic" sz="quarter" idx="21"/>
          </p:nvPr>
        </p:nvSpPr>
        <p:spPr>
          <a:xfrm>
            <a:off x="4320363" y="1242000"/>
            <a:ext cx="1800000" cy="2160000"/>
          </a:xfrm>
        </p:spPr>
        <p:txBody>
          <a:bodyPr/>
          <a:lstStyle/>
          <a:p>
            <a:endParaRPr lang="de-DE"/>
          </a:p>
        </p:txBody>
      </p:sp>
      <p:sp>
        <p:nvSpPr>
          <p:cNvPr id="23" name="Textplatzhalter 6">
            <a:extLst>
              <a:ext uri="{FF2B5EF4-FFF2-40B4-BE49-F238E27FC236}">
                <a16:creationId xmlns:a16="http://schemas.microsoft.com/office/drawing/2014/main" id="{A1992F62-50A2-0A14-EDA7-FD9AFDAA884C}"/>
              </a:ext>
            </a:extLst>
          </p:cNvPr>
          <p:cNvSpPr>
            <a:spLocks noGrp="1"/>
          </p:cNvSpPr>
          <p:nvPr>
            <p:ph type="body" sz="quarter" idx="22"/>
          </p:nvPr>
        </p:nvSpPr>
        <p:spPr>
          <a:xfrm>
            <a:off x="4319998" y="3582000"/>
            <a:ext cx="3600000" cy="360000"/>
          </a:xfrm>
        </p:spPr>
        <p:txBody>
          <a:bodyPr anchor="ctr"/>
          <a:lstStyle>
            <a:lvl1pPr>
              <a:defRPr b="1"/>
            </a:lvl1pPr>
          </a:lstStyle>
          <a:p>
            <a:pPr lvl="0"/>
            <a:r>
              <a:rPr lang="de-DE"/>
              <a:t>Mastertextformat bearbeiten</a:t>
            </a:r>
          </a:p>
        </p:txBody>
      </p:sp>
      <p:sp>
        <p:nvSpPr>
          <p:cNvPr id="24" name="Textplatzhalter 6">
            <a:extLst>
              <a:ext uri="{FF2B5EF4-FFF2-40B4-BE49-F238E27FC236}">
                <a16:creationId xmlns:a16="http://schemas.microsoft.com/office/drawing/2014/main" id="{E0219E3F-DF9E-DD21-209E-CD6BEF3FC039}"/>
              </a:ext>
            </a:extLst>
          </p:cNvPr>
          <p:cNvSpPr>
            <a:spLocks noGrp="1"/>
          </p:cNvSpPr>
          <p:nvPr>
            <p:ph type="body" sz="quarter" idx="23"/>
          </p:nvPr>
        </p:nvSpPr>
        <p:spPr>
          <a:xfrm>
            <a:off x="4679998" y="3942756"/>
            <a:ext cx="3240000" cy="288000"/>
          </a:xfrm>
        </p:spPr>
        <p:txBody>
          <a:bodyPr anchor="ctr"/>
          <a:lstStyle>
            <a:lvl1pPr>
              <a:defRPr sz="1200"/>
            </a:lvl1pPr>
          </a:lstStyle>
          <a:p>
            <a:pPr lvl="0"/>
            <a:r>
              <a:rPr lang="de-DE"/>
              <a:t>Mastertextformat bearbeiten</a:t>
            </a:r>
          </a:p>
        </p:txBody>
      </p:sp>
      <p:sp>
        <p:nvSpPr>
          <p:cNvPr id="25" name="Bildplatzhalter 5">
            <a:extLst>
              <a:ext uri="{FF2B5EF4-FFF2-40B4-BE49-F238E27FC236}">
                <a16:creationId xmlns:a16="http://schemas.microsoft.com/office/drawing/2014/main" id="{B01185FA-12A8-EDB6-1827-3AF43285FEFB}"/>
              </a:ext>
            </a:extLst>
          </p:cNvPr>
          <p:cNvSpPr>
            <a:spLocks noGrp="1"/>
          </p:cNvSpPr>
          <p:nvPr>
            <p:ph type="pic" sz="quarter" idx="24"/>
          </p:nvPr>
        </p:nvSpPr>
        <p:spPr>
          <a:xfrm>
            <a:off x="4752000" y="4878000"/>
            <a:ext cx="1008000" cy="216000"/>
          </a:xfrm>
        </p:spPr>
        <p:txBody>
          <a:bodyPr/>
          <a:lstStyle/>
          <a:p>
            <a:endParaRPr lang="de-DE"/>
          </a:p>
        </p:txBody>
      </p:sp>
      <p:sp>
        <p:nvSpPr>
          <p:cNvPr id="26" name="Textplatzhalter 6">
            <a:extLst>
              <a:ext uri="{FF2B5EF4-FFF2-40B4-BE49-F238E27FC236}">
                <a16:creationId xmlns:a16="http://schemas.microsoft.com/office/drawing/2014/main" id="{D0138181-7679-A585-7E8D-693A933BE368}"/>
              </a:ext>
            </a:extLst>
          </p:cNvPr>
          <p:cNvSpPr>
            <a:spLocks noGrp="1"/>
          </p:cNvSpPr>
          <p:nvPr>
            <p:ph type="body" sz="quarter" idx="25"/>
          </p:nvPr>
        </p:nvSpPr>
        <p:spPr>
          <a:xfrm>
            <a:off x="4680000" y="4230000"/>
            <a:ext cx="3240000" cy="288000"/>
          </a:xfrm>
        </p:spPr>
        <p:txBody>
          <a:bodyPr anchor="ctr"/>
          <a:lstStyle>
            <a:lvl1pPr>
              <a:defRPr sz="1200"/>
            </a:lvl1pPr>
          </a:lstStyle>
          <a:p>
            <a:pPr lvl="0"/>
            <a:r>
              <a:rPr lang="de-DE"/>
              <a:t>Mastertextformat bearbeiten</a:t>
            </a:r>
          </a:p>
        </p:txBody>
      </p:sp>
      <p:sp>
        <p:nvSpPr>
          <p:cNvPr id="27" name="Textplatzhalter 6">
            <a:extLst>
              <a:ext uri="{FF2B5EF4-FFF2-40B4-BE49-F238E27FC236}">
                <a16:creationId xmlns:a16="http://schemas.microsoft.com/office/drawing/2014/main" id="{0EA00590-010E-8833-62A0-696472BEAD29}"/>
              </a:ext>
            </a:extLst>
          </p:cNvPr>
          <p:cNvSpPr>
            <a:spLocks noGrp="1"/>
          </p:cNvSpPr>
          <p:nvPr>
            <p:ph type="body" sz="quarter" idx="26"/>
          </p:nvPr>
        </p:nvSpPr>
        <p:spPr>
          <a:xfrm>
            <a:off x="4680000" y="4518000"/>
            <a:ext cx="3240000" cy="288000"/>
          </a:xfrm>
        </p:spPr>
        <p:txBody>
          <a:bodyPr anchor="ctr"/>
          <a:lstStyle>
            <a:lvl1pPr>
              <a:defRPr sz="1200"/>
            </a:lvl1pPr>
          </a:lstStyle>
          <a:p>
            <a:pPr lvl="0"/>
            <a:r>
              <a:rPr lang="de-DE"/>
              <a:t>Mastertextformat bearbeiten</a:t>
            </a:r>
          </a:p>
        </p:txBody>
      </p:sp>
      <p:pic>
        <p:nvPicPr>
          <p:cNvPr id="28" name="Grafik 27" descr="Chat mit einfarbiger Füllung">
            <a:extLst>
              <a:ext uri="{FF2B5EF4-FFF2-40B4-BE49-F238E27FC236}">
                <a16:creationId xmlns:a16="http://schemas.microsoft.com/office/drawing/2014/main" id="{185B710B-BF6B-9442-86D3-DC6E0322A7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22478" y="4266000"/>
            <a:ext cx="216000" cy="216000"/>
          </a:xfrm>
          <a:prstGeom prst="rect">
            <a:avLst/>
          </a:prstGeom>
        </p:spPr>
      </p:pic>
      <p:pic>
        <p:nvPicPr>
          <p:cNvPr id="29" name="Grafik 28" descr="Freisprechanlage mit einfarbiger Füllung">
            <a:extLst>
              <a:ext uri="{FF2B5EF4-FFF2-40B4-BE49-F238E27FC236}">
                <a16:creationId xmlns:a16="http://schemas.microsoft.com/office/drawing/2014/main" id="{16297E03-A676-CABB-DC07-D896D47A3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22478" y="4554253"/>
            <a:ext cx="216000" cy="216000"/>
          </a:xfrm>
          <a:prstGeom prst="rect">
            <a:avLst/>
          </a:prstGeom>
        </p:spPr>
      </p:pic>
      <p:pic>
        <p:nvPicPr>
          <p:cNvPr id="30" name="Grafik 29" descr="Aktenkoffer mit einfarbiger Füllung">
            <a:extLst>
              <a:ext uri="{FF2B5EF4-FFF2-40B4-BE49-F238E27FC236}">
                <a16:creationId xmlns:a16="http://schemas.microsoft.com/office/drawing/2014/main" id="{7EEE4B4E-04A5-32BB-2724-01D8CBCA241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22478" y="3973181"/>
            <a:ext cx="216000" cy="216000"/>
          </a:xfrm>
          <a:prstGeom prst="rect">
            <a:avLst/>
          </a:prstGeom>
        </p:spPr>
      </p:pic>
      <p:pic>
        <p:nvPicPr>
          <p:cNvPr id="31" name="Grafik 30" descr="Online-Netzwerk mit einfarbiger Füllung">
            <a:extLst>
              <a:ext uri="{FF2B5EF4-FFF2-40B4-BE49-F238E27FC236}">
                <a16:creationId xmlns:a16="http://schemas.microsoft.com/office/drawing/2014/main" id="{28B9C452-CC08-3166-F3C4-FA52955A9FC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22478" y="4847072"/>
            <a:ext cx="216000" cy="216000"/>
          </a:xfrm>
          <a:prstGeom prst="rect">
            <a:avLst/>
          </a:prstGeom>
        </p:spPr>
      </p:pic>
      <p:sp>
        <p:nvSpPr>
          <p:cNvPr id="32" name="Bildplatzhalter 4">
            <a:extLst>
              <a:ext uri="{FF2B5EF4-FFF2-40B4-BE49-F238E27FC236}">
                <a16:creationId xmlns:a16="http://schemas.microsoft.com/office/drawing/2014/main" id="{0DF561F7-7042-FFE4-4655-A6BD8178BEEC}"/>
              </a:ext>
            </a:extLst>
          </p:cNvPr>
          <p:cNvSpPr>
            <a:spLocks noGrp="1"/>
          </p:cNvSpPr>
          <p:nvPr>
            <p:ph type="pic" sz="quarter" idx="27"/>
          </p:nvPr>
        </p:nvSpPr>
        <p:spPr>
          <a:xfrm>
            <a:off x="8279998" y="1242000"/>
            <a:ext cx="1800000" cy="2160000"/>
          </a:xfrm>
        </p:spPr>
        <p:txBody>
          <a:bodyPr/>
          <a:lstStyle/>
          <a:p>
            <a:endParaRPr lang="de-DE"/>
          </a:p>
        </p:txBody>
      </p:sp>
      <p:sp>
        <p:nvSpPr>
          <p:cNvPr id="33" name="Textplatzhalter 6">
            <a:extLst>
              <a:ext uri="{FF2B5EF4-FFF2-40B4-BE49-F238E27FC236}">
                <a16:creationId xmlns:a16="http://schemas.microsoft.com/office/drawing/2014/main" id="{07EE8F95-C554-D396-0BE2-1BF0DE780FA9}"/>
              </a:ext>
            </a:extLst>
          </p:cNvPr>
          <p:cNvSpPr>
            <a:spLocks noGrp="1"/>
          </p:cNvSpPr>
          <p:nvPr>
            <p:ph type="body" sz="quarter" idx="28"/>
          </p:nvPr>
        </p:nvSpPr>
        <p:spPr>
          <a:xfrm>
            <a:off x="8279633" y="3582000"/>
            <a:ext cx="3600000" cy="360000"/>
          </a:xfrm>
        </p:spPr>
        <p:txBody>
          <a:bodyPr anchor="ctr"/>
          <a:lstStyle>
            <a:lvl1pPr>
              <a:defRPr b="1"/>
            </a:lvl1pPr>
          </a:lstStyle>
          <a:p>
            <a:pPr lvl="0"/>
            <a:r>
              <a:rPr lang="de-DE"/>
              <a:t>Mastertextformat bearbeiten</a:t>
            </a:r>
          </a:p>
        </p:txBody>
      </p:sp>
      <p:sp>
        <p:nvSpPr>
          <p:cNvPr id="34" name="Textplatzhalter 6">
            <a:extLst>
              <a:ext uri="{FF2B5EF4-FFF2-40B4-BE49-F238E27FC236}">
                <a16:creationId xmlns:a16="http://schemas.microsoft.com/office/drawing/2014/main" id="{314114A2-02E8-D895-50D8-F35E550CF67F}"/>
              </a:ext>
            </a:extLst>
          </p:cNvPr>
          <p:cNvSpPr>
            <a:spLocks noGrp="1"/>
          </p:cNvSpPr>
          <p:nvPr>
            <p:ph type="body" sz="quarter" idx="29"/>
          </p:nvPr>
        </p:nvSpPr>
        <p:spPr>
          <a:xfrm>
            <a:off x="8639633" y="3942756"/>
            <a:ext cx="3240000" cy="288000"/>
          </a:xfrm>
        </p:spPr>
        <p:txBody>
          <a:bodyPr anchor="ctr"/>
          <a:lstStyle>
            <a:lvl1pPr>
              <a:defRPr sz="1200"/>
            </a:lvl1pPr>
          </a:lstStyle>
          <a:p>
            <a:pPr lvl="0"/>
            <a:r>
              <a:rPr lang="de-DE"/>
              <a:t>Mastertextformat bearbeiten</a:t>
            </a:r>
          </a:p>
        </p:txBody>
      </p:sp>
      <p:sp>
        <p:nvSpPr>
          <p:cNvPr id="35" name="Bildplatzhalter 5">
            <a:extLst>
              <a:ext uri="{FF2B5EF4-FFF2-40B4-BE49-F238E27FC236}">
                <a16:creationId xmlns:a16="http://schemas.microsoft.com/office/drawing/2014/main" id="{1451255A-888A-5635-ECD5-3307F978421B}"/>
              </a:ext>
            </a:extLst>
          </p:cNvPr>
          <p:cNvSpPr>
            <a:spLocks noGrp="1"/>
          </p:cNvSpPr>
          <p:nvPr>
            <p:ph type="pic" sz="quarter" idx="30"/>
          </p:nvPr>
        </p:nvSpPr>
        <p:spPr>
          <a:xfrm>
            <a:off x="8711634" y="4878000"/>
            <a:ext cx="1008000" cy="216000"/>
          </a:xfrm>
        </p:spPr>
        <p:txBody>
          <a:bodyPr/>
          <a:lstStyle/>
          <a:p>
            <a:endParaRPr lang="de-DE"/>
          </a:p>
        </p:txBody>
      </p:sp>
      <p:sp>
        <p:nvSpPr>
          <p:cNvPr id="36" name="Textplatzhalter 6">
            <a:extLst>
              <a:ext uri="{FF2B5EF4-FFF2-40B4-BE49-F238E27FC236}">
                <a16:creationId xmlns:a16="http://schemas.microsoft.com/office/drawing/2014/main" id="{85313B27-7159-5443-710A-2763A10DE67B}"/>
              </a:ext>
            </a:extLst>
          </p:cNvPr>
          <p:cNvSpPr>
            <a:spLocks noGrp="1"/>
          </p:cNvSpPr>
          <p:nvPr>
            <p:ph type="body" sz="quarter" idx="31"/>
          </p:nvPr>
        </p:nvSpPr>
        <p:spPr>
          <a:xfrm>
            <a:off x="8639634" y="4230000"/>
            <a:ext cx="3240000" cy="288000"/>
          </a:xfrm>
        </p:spPr>
        <p:txBody>
          <a:bodyPr anchor="ctr"/>
          <a:lstStyle>
            <a:lvl1pPr>
              <a:defRPr sz="1200"/>
            </a:lvl1pPr>
          </a:lstStyle>
          <a:p>
            <a:pPr lvl="0"/>
            <a:r>
              <a:rPr lang="de-DE"/>
              <a:t>Mastertextformat bearbeiten</a:t>
            </a:r>
          </a:p>
        </p:txBody>
      </p:sp>
      <p:sp>
        <p:nvSpPr>
          <p:cNvPr id="37" name="Textplatzhalter 6">
            <a:extLst>
              <a:ext uri="{FF2B5EF4-FFF2-40B4-BE49-F238E27FC236}">
                <a16:creationId xmlns:a16="http://schemas.microsoft.com/office/drawing/2014/main" id="{371F8F5D-0028-6427-A323-57C1392F4288}"/>
              </a:ext>
            </a:extLst>
          </p:cNvPr>
          <p:cNvSpPr>
            <a:spLocks noGrp="1"/>
          </p:cNvSpPr>
          <p:nvPr>
            <p:ph type="body" sz="quarter" idx="32"/>
          </p:nvPr>
        </p:nvSpPr>
        <p:spPr>
          <a:xfrm>
            <a:off x="8639634" y="4518000"/>
            <a:ext cx="3240000" cy="288000"/>
          </a:xfrm>
        </p:spPr>
        <p:txBody>
          <a:bodyPr anchor="ctr"/>
          <a:lstStyle>
            <a:lvl1pPr>
              <a:defRPr sz="1200"/>
            </a:lvl1pPr>
          </a:lstStyle>
          <a:p>
            <a:pPr lvl="0"/>
            <a:r>
              <a:rPr lang="de-DE"/>
              <a:t>Mastertextformat bearbeiten</a:t>
            </a:r>
          </a:p>
        </p:txBody>
      </p:sp>
      <p:pic>
        <p:nvPicPr>
          <p:cNvPr id="38" name="Grafik 37" descr="Chat mit einfarbiger Füllung">
            <a:extLst>
              <a:ext uri="{FF2B5EF4-FFF2-40B4-BE49-F238E27FC236}">
                <a16:creationId xmlns:a16="http://schemas.microsoft.com/office/drawing/2014/main" id="{9F61D925-1566-48BC-2554-CFE57C67D7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82113" y="4266000"/>
            <a:ext cx="216000" cy="216000"/>
          </a:xfrm>
          <a:prstGeom prst="rect">
            <a:avLst/>
          </a:prstGeom>
        </p:spPr>
      </p:pic>
      <p:pic>
        <p:nvPicPr>
          <p:cNvPr id="39" name="Grafik 38" descr="Freisprechanlage mit einfarbiger Füllung">
            <a:extLst>
              <a:ext uri="{FF2B5EF4-FFF2-40B4-BE49-F238E27FC236}">
                <a16:creationId xmlns:a16="http://schemas.microsoft.com/office/drawing/2014/main" id="{85E281AD-9228-CF75-707B-88D22F90CFA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82113" y="4554253"/>
            <a:ext cx="216000" cy="216000"/>
          </a:xfrm>
          <a:prstGeom prst="rect">
            <a:avLst/>
          </a:prstGeom>
        </p:spPr>
      </p:pic>
      <p:pic>
        <p:nvPicPr>
          <p:cNvPr id="40" name="Grafik 39" descr="Aktenkoffer mit einfarbiger Füllung">
            <a:extLst>
              <a:ext uri="{FF2B5EF4-FFF2-40B4-BE49-F238E27FC236}">
                <a16:creationId xmlns:a16="http://schemas.microsoft.com/office/drawing/2014/main" id="{1FD43607-7EC1-4758-9214-3CA0D22BBE0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82113" y="3973181"/>
            <a:ext cx="216000" cy="216000"/>
          </a:xfrm>
          <a:prstGeom prst="rect">
            <a:avLst/>
          </a:prstGeom>
        </p:spPr>
      </p:pic>
      <p:pic>
        <p:nvPicPr>
          <p:cNvPr id="41" name="Grafik 40" descr="Online-Netzwerk mit einfarbiger Füllung">
            <a:extLst>
              <a:ext uri="{FF2B5EF4-FFF2-40B4-BE49-F238E27FC236}">
                <a16:creationId xmlns:a16="http://schemas.microsoft.com/office/drawing/2014/main" id="{909AE054-DC3E-8C89-E46E-9FD600E842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382113" y="4847072"/>
            <a:ext cx="216000" cy="216000"/>
          </a:xfrm>
          <a:prstGeom prst="rect">
            <a:avLst/>
          </a:prstGeom>
        </p:spPr>
      </p:pic>
    </p:spTree>
    <p:extLst>
      <p:ext uri="{BB962C8B-B14F-4D97-AF65-F5344CB8AC3E}">
        <p14:creationId xmlns:p14="http://schemas.microsoft.com/office/powerpoint/2010/main" val="29874708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slideLayout" Target="../slideLayouts/slideLayout75.xml"/><Relationship Id="rId21" Type="http://schemas.openxmlformats.org/officeDocument/2006/relationships/slideLayout" Target="../slideLayouts/slideLayout57.xml"/><Relationship Id="rId34" Type="http://schemas.openxmlformats.org/officeDocument/2006/relationships/slideLayout" Target="../slideLayouts/slideLayout70.xml"/><Relationship Id="rId42" Type="http://schemas.openxmlformats.org/officeDocument/2006/relationships/image" Target="../media/image25.png"/><Relationship Id="rId7" Type="http://schemas.openxmlformats.org/officeDocument/2006/relationships/slideLayout" Target="../slideLayouts/slideLayout43.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41" Type="http://schemas.openxmlformats.org/officeDocument/2006/relationships/tags" Target="../tags/tag1.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slideLayout" Target="../slideLayouts/slideLayout73.xml"/><Relationship Id="rId40" Type="http://schemas.openxmlformats.org/officeDocument/2006/relationships/theme" Target="../theme/theme2.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slideLayout" Target="../slideLayouts/slideLayout72.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 Id="rId43" Type="http://schemas.openxmlformats.org/officeDocument/2006/relationships/image" Target="../media/image26.jpeg"/><Relationship Id="rId8" Type="http://schemas.openxmlformats.org/officeDocument/2006/relationships/slideLayout" Target="../slideLayouts/slideLayout44.xml"/><Relationship Id="rId3" Type="http://schemas.openxmlformats.org/officeDocument/2006/relationships/slideLayout" Target="../slideLayouts/slideLayout39.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0028"/>
        </a:solidFill>
        <a:effectLst/>
      </p:bgPr>
    </p:bg>
    <p:spTree>
      <p:nvGrpSpPr>
        <p:cNvPr id="1" name=""/>
        <p:cNvGrpSpPr/>
        <p:nvPr/>
      </p:nvGrpSpPr>
      <p:grpSpPr>
        <a:xfrm>
          <a:off x="0" y="0"/>
          <a:ext cx="0" cy="0"/>
          <a:chOff x="0" y="0"/>
          <a:chExt cx="0" cy="0"/>
        </a:xfrm>
      </p:grpSpPr>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359999" y="360000"/>
            <a:ext cx="11520000" cy="648000"/>
          </a:xfrm>
          <a:prstGeom prst="rect">
            <a:avLst/>
          </a:prstGeom>
        </p:spPr>
        <p:txBody>
          <a:bodyPr vert="horz" lIns="0" tIns="0" rIns="180000" bIns="0" rtlCol="0" anchor="t" anchorCtr="0">
            <a:noAutofit/>
          </a:bodyPr>
          <a:lstStyle/>
          <a:p>
            <a:r>
              <a:rPr lang="en-US"/>
              <a:t>Click to edit Master title style</a:t>
            </a:r>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359999" y="1260000"/>
            <a:ext cx="11519999" cy="4656246"/>
          </a:xfrm>
          <a:prstGeom prst="rect">
            <a:avLst/>
          </a:prstGeom>
        </p:spPr>
        <p:txBody>
          <a:bodyPr vert="horz" lIns="108000" tIns="72000" rIns="72000" bIns="7200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hteck 5">
            <a:extLst>
              <a:ext uri="{FF2B5EF4-FFF2-40B4-BE49-F238E27FC236}">
                <a16:creationId xmlns:a16="http://schemas.microsoft.com/office/drawing/2014/main" id="{546EB2F9-8499-DABA-3304-90B0FE8C338B}"/>
              </a:ext>
            </a:extLst>
          </p:cNvPr>
          <p:cNvSpPr/>
          <p:nvPr userDrawn="1"/>
        </p:nvSpPr>
        <p:spPr bwMode="auto">
          <a:xfrm>
            <a:off x="9540000" y="6120001"/>
            <a:ext cx="996416" cy="489698"/>
          </a:xfrm>
          <a:prstGeom prst="rect">
            <a:avLst/>
          </a:prstGeom>
          <a:solidFill>
            <a:schemeClr val="bg1"/>
          </a:solidFill>
          <a:ln>
            <a:noFill/>
          </a:ln>
          <a:effectLst/>
        </p:spPr>
        <p:txBody>
          <a:bodyPr wrap="square" lIns="72000" tIns="72000" rIns="72000" bIns="72000" numCol="1" spcCol="72000" rtlCol="0" anchor="ctr">
            <a:noAutofit/>
          </a:bodyPr>
          <a:lstStyle/>
          <a:p>
            <a:pPr algn="ctr">
              <a:lnSpc>
                <a:spcPct val="110000"/>
              </a:lnSpc>
              <a:spcBef>
                <a:spcPct val="0"/>
              </a:spcBef>
              <a:buFont typeface="Wingdings" charset="0"/>
              <a:buNone/>
            </a:pPr>
            <a:endParaRPr lang="de-DE" sz="1401">
              <a:solidFill>
                <a:schemeClr val="bg1"/>
              </a:solidFill>
              <a:latin typeface="+mn-lt"/>
              <a:ea typeface="Arial Unicode MS" panose="020B0604020202020204" pitchFamily="34" charset="-128"/>
              <a:cs typeface="Arial Unicode MS" panose="020B0604020202020204" pitchFamily="34" charset="-128"/>
            </a:endParaRPr>
          </a:p>
        </p:txBody>
      </p:sp>
      <p:pic>
        <p:nvPicPr>
          <p:cNvPr id="10" name="Grafik 9">
            <a:extLst>
              <a:ext uri="{FF2B5EF4-FFF2-40B4-BE49-F238E27FC236}">
                <a16:creationId xmlns:a16="http://schemas.microsoft.com/office/drawing/2014/main" id="{337CCC2D-7BDF-7336-2E1E-C509A6CD0C78}"/>
              </a:ext>
            </a:extLst>
          </p:cNvPr>
          <p:cNvPicPr>
            <a:picLocks noChangeAspect="1"/>
          </p:cNvPicPr>
          <p:nvPr userDrawn="1"/>
        </p:nvPicPr>
        <p:blipFill>
          <a:blip>
            <a:extLst>
              <a:ext uri="{96DAC541-7B7A-43D3-8B79-37D633B846F1}">
                <asvg:svgBlip xmlns:asvg="http://schemas.microsoft.com/office/drawing/2016/SVG/main" r:embed="rId38"/>
              </a:ext>
            </a:extLst>
          </a:blip>
          <a:srcRect/>
          <a:stretch/>
        </p:blipFill>
        <p:spPr>
          <a:xfrm>
            <a:off x="9540000" y="6120002"/>
            <a:ext cx="996416" cy="489699"/>
          </a:xfrm>
          <a:prstGeom prst="rect">
            <a:avLst/>
          </a:prstGeom>
        </p:spPr>
      </p:pic>
      <p:pic>
        <p:nvPicPr>
          <p:cNvPr id="8" name="Grafik 7">
            <a:extLst>
              <a:ext uri="{FF2B5EF4-FFF2-40B4-BE49-F238E27FC236}">
                <a16:creationId xmlns:a16="http://schemas.microsoft.com/office/drawing/2014/main" id="{848D41D4-CCEE-493A-684E-2C9AD332C51F}"/>
              </a:ext>
            </a:extLst>
          </p:cNvPr>
          <p:cNvPicPr>
            <a:picLocks noChangeAspect="1"/>
          </p:cNvPicPr>
          <p:nvPr userDrawn="1"/>
        </p:nvPicPr>
        <p:blipFill>
          <a:blip>
            <a:extLst>
              <a:ext uri="{96DAC541-7B7A-43D3-8B79-37D633B846F1}">
                <asvg:svgBlip xmlns:asvg="http://schemas.microsoft.com/office/drawing/2016/SVG/main" r:embed="rId39"/>
              </a:ext>
            </a:extLst>
          </a:blip>
          <a:stretch>
            <a:fillRect/>
          </a:stretch>
        </p:blipFill>
        <p:spPr>
          <a:xfrm>
            <a:off x="10764000" y="6264000"/>
            <a:ext cx="996126" cy="259920"/>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359999" y="6393960"/>
            <a:ext cx="2160000" cy="216000"/>
          </a:xfrm>
          <a:prstGeom prst="rect">
            <a:avLst/>
          </a:prstGeom>
        </p:spPr>
        <p:txBody>
          <a:bodyPr vert="horz" lIns="0" tIns="0" rIns="0" bIns="0" rtlCol="0" anchor="b" anchorCtr="0"/>
          <a:lstStyle>
            <a:lvl1pPr algn="l">
              <a:lnSpc>
                <a:spcPct val="100000"/>
              </a:lnSpc>
              <a:defRPr sz="800" b="0">
                <a:solidFill>
                  <a:schemeClr val="bg1"/>
                </a:solidFill>
                <a:latin typeface="+mn-lt"/>
              </a:defRPr>
            </a:lvl1pPr>
          </a:lstStyle>
          <a:p>
            <a:pPr defTabSz="914332">
              <a:buClr>
                <a:srgbClr val="009999"/>
              </a:buClr>
            </a:pPr>
            <a:r>
              <a:rPr lang="en-US" kern="0"/>
              <a:t>© BCT Technology AG 2026</a:t>
            </a:r>
          </a:p>
        </p:txBody>
      </p:sp>
    </p:spTree>
    <p:extLst>
      <p:ext uri="{BB962C8B-B14F-4D97-AF65-F5344CB8AC3E}">
        <p14:creationId xmlns:p14="http://schemas.microsoft.com/office/powerpoint/2010/main" val="1057068533"/>
      </p:ext>
    </p:extLst>
  </p:cSld>
  <p:clrMap bg1="lt1" tx1="dk1" bg2="lt2" tx2="dk2" accent1="accent1" accent2="accent2" accent3="accent3" accent4="accent4" accent5="accent5" accent6="accent6" hlink="hlink" folHlink="folHlink"/>
  <p:sldLayoutIdLst>
    <p:sldLayoutId id="2147483708" r:id="rId1"/>
    <p:sldLayoutId id="2147483742" r:id="rId2"/>
    <p:sldLayoutId id="2147483773" r:id="rId3"/>
    <p:sldLayoutId id="2147483815" r:id="rId4"/>
    <p:sldLayoutId id="2147483732" r:id="rId5"/>
    <p:sldLayoutId id="2147483816" r:id="rId6"/>
    <p:sldLayoutId id="2147483820" r:id="rId7"/>
    <p:sldLayoutId id="2147483826" r:id="rId8"/>
    <p:sldLayoutId id="2147483763" r:id="rId9"/>
    <p:sldLayoutId id="2147483764" r:id="rId10"/>
    <p:sldLayoutId id="2147483724" r:id="rId11"/>
    <p:sldLayoutId id="2147483819" r:id="rId12"/>
    <p:sldLayoutId id="2147483726" r:id="rId13"/>
    <p:sldLayoutId id="2147483817" r:id="rId14"/>
    <p:sldLayoutId id="2147483735" r:id="rId15"/>
    <p:sldLayoutId id="2147483823" r:id="rId16"/>
    <p:sldLayoutId id="2147483736" r:id="rId17"/>
    <p:sldLayoutId id="2147483747" r:id="rId18"/>
    <p:sldLayoutId id="2147483813" r:id="rId19"/>
    <p:sldLayoutId id="2147483740" r:id="rId20"/>
    <p:sldLayoutId id="2147483743" r:id="rId21"/>
    <p:sldLayoutId id="2147483750" r:id="rId22"/>
    <p:sldLayoutId id="2147483722" r:id="rId23"/>
    <p:sldLayoutId id="2147483821" r:id="rId24"/>
    <p:sldLayoutId id="2147483728" r:id="rId25"/>
    <p:sldLayoutId id="2147483723" r:id="rId26"/>
    <p:sldLayoutId id="2147483725" r:id="rId27"/>
    <p:sldLayoutId id="2147483729" r:id="rId28"/>
    <p:sldLayoutId id="2147483739" r:id="rId29"/>
    <p:sldLayoutId id="2147483827" r:id="rId30"/>
    <p:sldLayoutId id="2147483738" r:id="rId31"/>
    <p:sldLayoutId id="2147483741" r:id="rId32"/>
    <p:sldLayoutId id="2147483733" r:id="rId33"/>
    <p:sldLayoutId id="2147483744" r:id="rId34"/>
    <p:sldLayoutId id="2147483746" r:id="rId35"/>
    <p:sldLayoutId id="2147483745" r:id="rId36"/>
  </p:sldLayoutIdLst>
  <p:hf sldNum="0" hdr="0" dt="0"/>
  <p:txStyles>
    <p:titleStyle>
      <a:lvl1pPr algn="l" defTabSz="914332" rtl="0" eaLnBrk="1" latinLnBrk="0" hangingPunct="1">
        <a:lnSpc>
          <a:spcPct val="90000"/>
        </a:lnSpc>
        <a:spcBef>
          <a:spcPct val="0"/>
        </a:spcBef>
        <a:buNone/>
        <a:defRPr sz="2000" b="1" kern="1200">
          <a:solidFill>
            <a:schemeClr val="bg1"/>
          </a:solidFill>
          <a:latin typeface="+mj-lt"/>
          <a:ea typeface="+mj-ea"/>
          <a:cs typeface="+mj-cs"/>
        </a:defRPr>
      </a:lvl1pPr>
    </p:titleStyle>
    <p:bodyStyle>
      <a:lvl1pPr marL="0" indent="0" algn="l" defTabSz="914332" rtl="0" eaLnBrk="1" latinLnBrk="0" hangingPunct="1">
        <a:lnSpc>
          <a:spcPct val="110000"/>
        </a:lnSpc>
        <a:spcBef>
          <a:spcPts val="0"/>
        </a:spcBef>
        <a:spcAft>
          <a:spcPts val="300"/>
        </a:spcAft>
        <a:buFont typeface="Arial" panose="020B0604020202020204" pitchFamily="34" charset="0"/>
        <a:buNone/>
        <a:defRPr sz="1600" kern="1200">
          <a:solidFill>
            <a:schemeClr val="bg1"/>
          </a:solidFill>
          <a:latin typeface="+mn-lt"/>
          <a:ea typeface="+mn-ea"/>
          <a:cs typeface="+mn-cs"/>
        </a:defRPr>
      </a:lvl1pPr>
      <a:lvl2pPr marL="179986" indent="-179986" algn="l" defTabSz="914332" rtl="0" eaLnBrk="1" latinLnBrk="0" hangingPunct="1">
        <a:lnSpc>
          <a:spcPct val="110000"/>
        </a:lnSpc>
        <a:spcBef>
          <a:spcPts val="0"/>
        </a:spcBef>
        <a:spcAft>
          <a:spcPts val="300"/>
        </a:spcAft>
        <a:buClr>
          <a:srgbClr val="00FFB9"/>
        </a:buClr>
        <a:buFont typeface="Wingdings" panose="05000000000000000000" pitchFamily="2" charset="2"/>
        <a:buChar char="§"/>
        <a:defRPr sz="1600" kern="1200">
          <a:solidFill>
            <a:schemeClr val="bg1"/>
          </a:solidFill>
          <a:latin typeface="+mn-lt"/>
          <a:ea typeface="+mn-ea"/>
          <a:cs typeface="+mn-cs"/>
        </a:defRPr>
      </a:lvl2pPr>
      <a:lvl3pPr marL="359973" indent="-179986" algn="l" defTabSz="914332" rtl="0" eaLnBrk="1" latinLnBrk="0" hangingPunct="1">
        <a:lnSpc>
          <a:spcPct val="110000"/>
        </a:lnSpc>
        <a:spcBef>
          <a:spcPts val="0"/>
        </a:spcBef>
        <a:spcAft>
          <a:spcPts val="300"/>
        </a:spcAft>
        <a:buClr>
          <a:srgbClr val="00FFB9"/>
        </a:buClr>
        <a:buFont typeface="Wingdings" panose="05000000000000000000" pitchFamily="2" charset="2"/>
        <a:buChar char="§"/>
        <a:defRPr sz="1600" kern="1200">
          <a:solidFill>
            <a:schemeClr val="bg1"/>
          </a:solidFill>
          <a:latin typeface="+mn-lt"/>
          <a:ea typeface="+mn-ea"/>
          <a:cs typeface="+mn-cs"/>
        </a:defRPr>
      </a:lvl3pPr>
      <a:lvl4pPr marL="539959" indent="-179986" algn="l" defTabSz="914332" rtl="0" eaLnBrk="1" latinLnBrk="0" hangingPunct="1">
        <a:lnSpc>
          <a:spcPct val="110000"/>
        </a:lnSpc>
        <a:spcBef>
          <a:spcPts val="0"/>
        </a:spcBef>
        <a:spcAft>
          <a:spcPts val="300"/>
        </a:spcAft>
        <a:buClr>
          <a:srgbClr val="00FFB9"/>
        </a:buClr>
        <a:buFont typeface="Wingdings" panose="05000000000000000000" pitchFamily="2" charset="2"/>
        <a:buChar char="§"/>
        <a:defRPr sz="1600" kern="1200">
          <a:solidFill>
            <a:schemeClr val="bg1"/>
          </a:solidFill>
          <a:latin typeface="+mn-lt"/>
          <a:ea typeface="+mn-ea"/>
          <a:cs typeface="+mn-cs"/>
        </a:defRPr>
      </a:lvl4pPr>
      <a:lvl5pPr marL="719947" indent="-179986" algn="l" defTabSz="914332" rtl="0" eaLnBrk="1" latinLnBrk="0" hangingPunct="1">
        <a:lnSpc>
          <a:spcPct val="110000"/>
        </a:lnSpc>
        <a:spcBef>
          <a:spcPts val="0"/>
        </a:spcBef>
        <a:spcAft>
          <a:spcPts val="300"/>
        </a:spcAft>
        <a:buClr>
          <a:srgbClr val="00FFB9"/>
        </a:buClr>
        <a:buFont typeface="Wingdings" panose="05000000000000000000" pitchFamily="2" charset="2"/>
        <a:buChar char="§"/>
        <a:defRPr sz="1600" kern="1200">
          <a:solidFill>
            <a:schemeClr val="bg1"/>
          </a:solidFill>
          <a:latin typeface="+mn-lt"/>
          <a:ea typeface="+mn-ea"/>
          <a:cs typeface="+mn-cs"/>
        </a:defRPr>
      </a:lvl5pPr>
      <a:lvl6pPr marL="899933" indent="-179986" algn="l" defTabSz="914332" rtl="0" eaLnBrk="1" latinLnBrk="0" hangingPunct="1">
        <a:lnSpc>
          <a:spcPct val="110000"/>
        </a:lnSpc>
        <a:spcBef>
          <a:spcPts val="0"/>
        </a:spcBef>
        <a:spcAft>
          <a:spcPts val="300"/>
        </a:spcAft>
        <a:buClr>
          <a:schemeClr val="accent1"/>
        </a:buClr>
        <a:buFont typeface="Arial" panose="020B0604020202020204" pitchFamily="34" charset="0"/>
        <a:buChar char="•"/>
        <a:defRPr sz="1801" kern="1200">
          <a:solidFill>
            <a:schemeClr val="tx1"/>
          </a:solidFill>
          <a:latin typeface="+mn-lt"/>
          <a:ea typeface="+mn-ea"/>
          <a:cs typeface="+mn-cs"/>
        </a:defRPr>
      </a:lvl6pPr>
      <a:lvl7pPr marL="1079919" indent="-179986" algn="l" defTabSz="914332" rtl="0" eaLnBrk="1" latinLnBrk="0" hangingPunct="1">
        <a:lnSpc>
          <a:spcPct val="110000"/>
        </a:lnSpc>
        <a:spcBef>
          <a:spcPts val="0"/>
        </a:spcBef>
        <a:spcAft>
          <a:spcPts val="300"/>
        </a:spcAft>
        <a:buClr>
          <a:schemeClr val="accent1"/>
        </a:buClr>
        <a:buFont typeface="Arial" panose="020B0604020202020204" pitchFamily="34" charset="0"/>
        <a:buChar char="•"/>
        <a:defRPr sz="1801" kern="1200">
          <a:solidFill>
            <a:schemeClr val="tx1"/>
          </a:solidFill>
          <a:latin typeface="+mn-lt"/>
          <a:ea typeface="+mn-ea"/>
          <a:cs typeface="+mn-cs"/>
        </a:defRPr>
      </a:lvl7pPr>
      <a:lvl8pPr marL="1259906" indent="-179986" algn="l" defTabSz="914332" rtl="0" eaLnBrk="1" latinLnBrk="0" hangingPunct="1">
        <a:lnSpc>
          <a:spcPct val="110000"/>
        </a:lnSpc>
        <a:spcBef>
          <a:spcPts val="0"/>
        </a:spcBef>
        <a:spcAft>
          <a:spcPts val="300"/>
        </a:spcAft>
        <a:buClr>
          <a:schemeClr val="accent1"/>
        </a:buClr>
        <a:buFont typeface="Arial" panose="020B0604020202020204" pitchFamily="34" charset="0"/>
        <a:buChar char="•"/>
        <a:defRPr sz="1801" kern="1200">
          <a:solidFill>
            <a:schemeClr val="tx1"/>
          </a:solidFill>
          <a:latin typeface="+mn-lt"/>
          <a:ea typeface="+mn-ea"/>
          <a:cs typeface="+mn-cs"/>
        </a:defRPr>
      </a:lvl8pPr>
      <a:lvl9pPr marL="1439892" indent="-179986" algn="l" defTabSz="914332" rtl="0" eaLnBrk="1" latinLnBrk="0" hangingPunct="1">
        <a:lnSpc>
          <a:spcPct val="110000"/>
        </a:lnSpc>
        <a:spcBef>
          <a:spcPts val="0"/>
        </a:spcBef>
        <a:spcAft>
          <a:spcPts val="300"/>
        </a:spcAft>
        <a:buClr>
          <a:schemeClr val="accent1"/>
        </a:buClr>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332" rtl="0" eaLnBrk="1" latinLnBrk="0" hangingPunct="1">
        <a:defRPr sz="1801" kern="1200">
          <a:solidFill>
            <a:schemeClr val="tx1"/>
          </a:solidFill>
          <a:latin typeface="+mn-lt"/>
          <a:ea typeface="+mn-ea"/>
          <a:cs typeface="+mn-cs"/>
        </a:defRPr>
      </a:lvl1pPr>
      <a:lvl2pPr marL="457166" algn="l" defTabSz="914332" rtl="0" eaLnBrk="1" latinLnBrk="0" hangingPunct="1">
        <a:defRPr sz="1801" kern="1200">
          <a:solidFill>
            <a:schemeClr val="tx1"/>
          </a:solidFill>
          <a:latin typeface="+mn-lt"/>
          <a:ea typeface="+mn-ea"/>
          <a:cs typeface="+mn-cs"/>
        </a:defRPr>
      </a:lvl2pPr>
      <a:lvl3pPr marL="914332" algn="l" defTabSz="914332" rtl="0" eaLnBrk="1" latinLnBrk="0" hangingPunct="1">
        <a:defRPr sz="1801" kern="1200">
          <a:solidFill>
            <a:schemeClr val="tx1"/>
          </a:solidFill>
          <a:latin typeface="+mn-lt"/>
          <a:ea typeface="+mn-ea"/>
          <a:cs typeface="+mn-cs"/>
        </a:defRPr>
      </a:lvl3pPr>
      <a:lvl4pPr marL="1371498" algn="l" defTabSz="914332" rtl="0" eaLnBrk="1" latinLnBrk="0" hangingPunct="1">
        <a:defRPr sz="1801" kern="1200">
          <a:solidFill>
            <a:schemeClr val="tx1"/>
          </a:solidFill>
          <a:latin typeface="+mn-lt"/>
          <a:ea typeface="+mn-ea"/>
          <a:cs typeface="+mn-cs"/>
        </a:defRPr>
      </a:lvl4pPr>
      <a:lvl5pPr marL="1828662" algn="l" defTabSz="914332" rtl="0" eaLnBrk="1" latinLnBrk="0" hangingPunct="1">
        <a:defRPr sz="1801" kern="1200">
          <a:solidFill>
            <a:schemeClr val="tx1"/>
          </a:solidFill>
          <a:latin typeface="+mn-lt"/>
          <a:ea typeface="+mn-ea"/>
          <a:cs typeface="+mn-cs"/>
        </a:defRPr>
      </a:lvl5pPr>
      <a:lvl6pPr marL="2285828" algn="l" defTabSz="914332" rtl="0" eaLnBrk="1" latinLnBrk="0" hangingPunct="1">
        <a:defRPr sz="1801" kern="1200">
          <a:solidFill>
            <a:schemeClr val="tx1"/>
          </a:solidFill>
          <a:latin typeface="+mn-lt"/>
          <a:ea typeface="+mn-ea"/>
          <a:cs typeface="+mn-cs"/>
        </a:defRPr>
      </a:lvl6pPr>
      <a:lvl7pPr marL="2742994" algn="l" defTabSz="914332" rtl="0" eaLnBrk="1" latinLnBrk="0" hangingPunct="1">
        <a:defRPr sz="1801" kern="1200">
          <a:solidFill>
            <a:schemeClr val="tx1"/>
          </a:solidFill>
          <a:latin typeface="+mn-lt"/>
          <a:ea typeface="+mn-ea"/>
          <a:cs typeface="+mn-cs"/>
        </a:defRPr>
      </a:lvl7pPr>
      <a:lvl8pPr marL="3200160" algn="l" defTabSz="914332" rtl="0" eaLnBrk="1" latinLnBrk="0" hangingPunct="1">
        <a:defRPr sz="1801" kern="1200">
          <a:solidFill>
            <a:schemeClr val="tx1"/>
          </a:solidFill>
          <a:latin typeface="+mn-lt"/>
          <a:ea typeface="+mn-ea"/>
          <a:cs typeface="+mn-cs"/>
        </a:defRPr>
      </a:lvl8pPr>
      <a:lvl9pPr marL="3657326" algn="l" defTabSz="914332"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descr="Footer with copyright, author and department information, and date">
            <a:extLst>
              <a:ext uri="{FF2B5EF4-FFF2-40B4-BE49-F238E27FC236}">
                <a16:creationId xmlns:a16="http://schemas.microsoft.com/office/drawing/2014/main" id="{39DF1AB8-8C81-8E65-EE55-8930DCD1CF27}"/>
              </a:ext>
            </a:extLst>
          </p:cNvPr>
          <p:cNvSpPr>
            <a:spLocks noGrp="1"/>
          </p:cNvSpPr>
          <p:nvPr>
            <p:ph type="ftr" sz="quarter" idx="3"/>
          </p:nvPr>
        </p:nvSpPr>
        <p:spPr bwMode="black">
          <a:xfrm>
            <a:off x="359999" y="6393960"/>
            <a:ext cx="2160000" cy="216000"/>
          </a:xfrm>
          <a:prstGeom prst="rect">
            <a:avLst/>
          </a:prstGeom>
        </p:spPr>
        <p:txBody>
          <a:bodyPr vert="horz" lIns="0" tIns="0" rIns="0" bIns="0" rtlCol="0" anchor="b" anchorCtr="0"/>
          <a:lstStyle>
            <a:lvl1pPr algn="l">
              <a:lnSpc>
                <a:spcPct val="100000"/>
              </a:lnSpc>
              <a:defRPr sz="800" b="0">
                <a:solidFill>
                  <a:schemeClr val="tx1"/>
                </a:solidFill>
                <a:latin typeface="+mn-lt"/>
              </a:defRPr>
            </a:lvl1pPr>
          </a:lstStyle>
          <a:p>
            <a:pPr defTabSz="914332">
              <a:buClr>
                <a:srgbClr val="009999"/>
              </a:buClr>
            </a:pPr>
            <a:r>
              <a:rPr lang="en-US" kern="0"/>
              <a:t>© BCT Technology AG 2026</a:t>
            </a:r>
          </a:p>
        </p:txBody>
      </p:sp>
      <p:grpSp>
        <p:nvGrpSpPr>
          <p:cNvPr id="12" name="Gruppieren 11"/>
          <p:cNvGrpSpPr/>
          <p:nvPr/>
        </p:nvGrpSpPr>
        <p:grpSpPr>
          <a:xfrm>
            <a:off x="-215886" y="-216000"/>
            <a:ext cx="12622226" cy="7290000"/>
            <a:chOff x="-216000" y="-216000"/>
            <a:chExt cx="12628800" cy="7290000"/>
          </a:xfrm>
        </p:grpSpPr>
        <p:cxnSp>
          <p:nvCxnSpPr>
            <p:cNvPr id="13" name="Gerade Verbindung 67"/>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68"/>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69"/>
            <p:cNvCxnSpPr/>
            <p:nvPr userDrawn="1"/>
          </p:nvCxnSpPr>
          <p:spPr bwMode="auto">
            <a:xfrm>
              <a:off x="624811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70"/>
            <p:cNvCxnSpPr/>
            <p:nvPr userDrawn="1"/>
          </p:nvCxnSpPr>
          <p:spPr bwMode="auto">
            <a:xfrm>
              <a:off x="884153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71"/>
            <p:cNvCxnSpPr/>
            <p:nvPr userDrawn="1"/>
          </p:nvCxnSpPr>
          <p:spPr bwMode="auto">
            <a:xfrm>
              <a:off x="1172787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72"/>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73"/>
            <p:cNvCxnSpPr/>
            <p:nvPr userDrawn="1"/>
          </p:nvCxnSpPr>
          <p:spPr bwMode="auto">
            <a:xfrm rot="5400000">
              <a:off x="12322800" y="964012"/>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74"/>
            <p:cNvCxnSpPr/>
            <p:nvPr userDrawn="1"/>
          </p:nvCxnSpPr>
          <p:spPr bwMode="auto">
            <a:xfrm rot="5400000">
              <a:off x="12322800" y="1357506"/>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75"/>
            <p:cNvCxnSpPr/>
            <p:nvPr userDrawn="1"/>
          </p:nvCxnSpPr>
          <p:spPr bwMode="auto">
            <a:xfrm rot="5400000">
              <a:off x="12322800" y="3629288"/>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76"/>
            <p:cNvCxnSpPr/>
            <p:nvPr userDrawn="1"/>
          </p:nvCxnSpPr>
          <p:spPr bwMode="auto">
            <a:xfrm rot="5400000">
              <a:off x="12322800" y="3807111"/>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77"/>
            <p:cNvCxnSpPr/>
            <p:nvPr userDrawn="1"/>
          </p:nvCxnSpPr>
          <p:spPr bwMode="auto">
            <a:xfrm rot="5400000">
              <a:off x="12322800" y="5999888"/>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78"/>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79"/>
            <p:cNvCxnSpPr/>
            <p:nvPr userDrawn="1"/>
          </p:nvCxnSpPr>
          <p:spPr bwMode="auto">
            <a:xfrm>
              <a:off x="610552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80"/>
            <p:cNvCxnSpPr/>
            <p:nvPr userDrawn="1"/>
          </p:nvCxnSpPr>
          <p:spPr bwMode="auto">
            <a:xfrm>
              <a:off x="6248404"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81"/>
            <p:cNvCxnSpPr/>
            <p:nvPr userDrawn="1"/>
          </p:nvCxnSpPr>
          <p:spPr bwMode="auto">
            <a:xfrm>
              <a:off x="8841834"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82"/>
            <p:cNvCxnSpPr/>
            <p:nvPr userDrawn="1"/>
          </p:nvCxnSpPr>
          <p:spPr bwMode="auto">
            <a:xfrm>
              <a:off x="11574371"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83"/>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 Verbindung 84"/>
            <p:cNvCxnSpPr/>
            <p:nvPr userDrawn="1"/>
          </p:nvCxnSpPr>
          <p:spPr bwMode="auto">
            <a:xfrm rot="5400000">
              <a:off x="-126000" y="964968"/>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1" name="Gerade Verbindung 85"/>
            <p:cNvCxnSpPr/>
            <p:nvPr userDrawn="1"/>
          </p:nvCxnSpPr>
          <p:spPr bwMode="auto">
            <a:xfrm rot="5400000">
              <a:off x="-126000" y="1357506"/>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2" name="Gerade Verbindung 86"/>
            <p:cNvCxnSpPr/>
            <p:nvPr userDrawn="1"/>
          </p:nvCxnSpPr>
          <p:spPr bwMode="auto">
            <a:xfrm rot="5400000">
              <a:off x="-126000" y="3629288"/>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3" name="Gerade Verbindung 87"/>
            <p:cNvCxnSpPr/>
            <p:nvPr userDrawn="1"/>
          </p:nvCxnSpPr>
          <p:spPr bwMode="auto">
            <a:xfrm rot="5400000">
              <a:off x="-126000" y="3807111"/>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4" name="Gerade Verbindung 88"/>
            <p:cNvCxnSpPr/>
            <p:nvPr userDrawn="1"/>
          </p:nvCxnSpPr>
          <p:spPr bwMode="auto">
            <a:xfrm rot="5400000">
              <a:off x="-126000" y="5999888"/>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pic>
        <p:nvPicPr>
          <p:cNvPr id="6" name="Grafik 5">
            <a:extLst>
              <a:ext uri="{FF2B5EF4-FFF2-40B4-BE49-F238E27FC236}">
                <a16:creationId xmlns:a16="http://schemas.microsoft.com/office/drawing/2014/main" id="{27C6C4F2-4B5B-6645-9451-89CB757F529C}"/>
              </a:ext>
            </a:extLst>
          </p:cNvPr>
          <p:cNvPicPr>
            <a:picLocks noChangeAspect="1"/>
          </p:cNvPicPr>
          <p:nvPr/>
        </p:nvPicPr>
        <p:blipFill rotWithShape="1">
          <a:blip r:embed="rId42" cstate="print">
            <a:extLst>
              <a:ext uri="{28A0092B-C50C-407E-A947-70E740481C1C}">
                <a14:useLocalDpi xmlns:a14="http://schemas.microsoft.com/office/drawing/2010/main" val="0"/>
              </a:ext>
            </a:extLst>
          </a:blip>
          <a:srcRect r="34296" b="-2980"/>
          <a:stretch/>
        </p:blipFill>
        <p:spPr>
          <a:xfrm>
            <a:off x="10575437" y="6415836"/>
            <a:ext cx="996126" cy="263623"/>
          </a:xfrm>
          <a:prstGeom prst="rect">
            <a:avLst/>
          </a:prstGeom>
        </p:spPr>
      </p:pic>
      <p:sp>
        <p:nvSpPr>
          <p:cNvPr id="36" name="Rechteck 35">
            <a:extLst>
              <a:ext uri="{FF2B5EF4-FFF2-40B4-BE49-F238E27FC236}">
                <a16:creationId xmlns:a16="http://schemas.microsoft.com/office/drawing/2014/main" id="{11C0A204-10ED-ADDE-77AB-1EAD6E4AB34F}"/>
              </a:ext>
            </a:extLst>
          </p:cNvPr>
          <p:cNvSpPr/>
          <p:nvPr userDrawn="1">
            <p:custDataLst>
              <p:tags r:id="rId41"/>
            </p:custDataLst>
          </p:nvPr>
        </p:nvSpPr>
        <p:spPr bwMode="auto">
          <a:xfrm>
            <a:off x="9912921" y="332656"/>
            <a:ext cx="1944469" cy="648072"/>
          </a:xfrm>
          <a:prstGeom prst="rect">
            <a:avLst/>
          </a:prstGeom>
          <a:noFill/>
          <a:ln>
            <a:noFill/>
          </a:ln>
          <a:effectLst/>
        </p:spPr>
        <p:txBody>
          <a:bodyPr wrap="square" lIns="108000" tIns="54000" rIns="108000" bIns="54000" numCol="1" spcCol="72000" rtlCol="0" anchor="ctr">
            <a:noAutofit/>
          </a:bodyPr>
          <a:lstStyle/>
          <a:p>
            <a:pPr lvl="0" algn="ctr">
              <a:lnSpc>
                <a:spcPct val="110000"/>
              </a:lnSpc>
              <a:spcBef>
                <a:spcPct val="0"/>
              </a:spcBef>
              <a:buFont typeface="Wingdings" charset="0"/>
              <a:buNone/>
            </a:pPr>
            <a:endParaRPr lang="de-DE" sz="1801">
              <a:solidFill>
                <a:schemeClr val="tx1"/>
              </a:solidFill>
              <a:latin typeface="+mn-lt"/>
              <a:ea typeface="Arial Unicode MS" panose="020B0604020202020204" pitchFamily="34" charset="-128"/>
              <a:cs typeface="Arial Unicode MS" panose="020B0604020202020204" pitchFamily="34" charset="-128"/>
            </a:endParaRPr>
          </a:p>
        </p:txBody>
      </p:sp>
      <p:pic>
        <p:nvPicPr>
          <p:cNvPr id="37" name="Grafik 36">
            <a:extLst>
              <a:ext uri="{FF2B5EF4-FFF2-40B4-BE49-F238E27FC236}">
                <a16:creationId xmlns:a16="http://schemas.microsoft.com/office/drawing/2014/main" id="{5C380085-FF71-6472-8C7F-9E5DE1A251C1}"/>
              </a:ext>
            </a:extLst>
          </p:cNvPr>
          <p:cNvPicPr>
            <a:picLocks noChangeAspect="1"/>
          </p:cNvPicPr>
          <p:nvPr userDrawn="1"/>
        </p:nvPicPr>
        <p:blipFill>
          <a:blip r:embed="rId43" cstate="print">
            <a:extLst>
              <a:ext uri="{28A0092B-C50C-407E-A947-70E740481C1C}">
                <a14:useLocalDpi xmlns:a14="http://schemas.microsoft.com/office/drawing/2010/main" val="0"/>
              </a:ext>
            </a:extLst>
          </a:blip>
          <a:srcRect/>
          <a:stretch/>
        </p:blipFill>
        <p:spPr>
          <a:xfrm>
            <a:off x="9484181" y="6347180"/>
            <a:ext cx="823796" cy="400935"/>
          </a:xfrm>
          <a:prstGeom prst="rect">
            <a:avLst/>
          </a:prstGeom>
        </p:spPr>
      </p:pic>
      <p:sp>
        <p:nvSpPr>
          <p:cNvPr id="111" name="Textplatzhalter 110">
            <a:extLst>
              <a:ext uri="{FF2B5EF4-FFF2-40B4-BE49-F238E27FC236}">
                <a16:creationId xmlns:a16="http://schemas.microsoft.com/office/drawing/2014/main" id="{F87070AF-22AB-AB5D-1FE7-13A9EA6E22C6}"/>
              </a:ext>
            </a:extLst>
          </p:cNvPr>
          <p:cNvSpPr>
            <a:spLocks noGrp="1"/>
          </p:cNvSpPr>
          <p:nvPr>
            <p:ph type="body" idx="1"/>
          </p:nvPr>
        </p:nvSpPr>
        <p:spPr>
          <a:xfrm>
            <a:off x="359998" y="1260000"/>
            <a:ext cx="7200000" cy="45360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itle Placeholder" descr="Slide headline">
            <a:extLst>
              <a:ext uri="{FF2B5EF4-FFF2-40B4-BE49-F238E27FC236}">
                <a16:creationId xmlns:a16="http://schemas.microsoft.com/office/drawing/2014/main" id="{3D1F7D21-70EB-9E9E-15F0-93BDF1143345}"/>
              </a:ext>
            </a:extLst>
          </p:cNvPr>
          <p:cNvSpPr>
            <a:spLocks noGrp="1"/>
          </p:cNvSpPr>
          <p:nvPr>
            <p:ph type="title"/>
          </p:nvPr>
        </p:nvSpPr>
        <p:spPr bwMode="black">
          <a:xfrm>
            <a:off x="359999" y="360000"/>
            <a:ext cx="11520000" cy="648000"/>
          </a:xfrm>
          <a:prstGeom prst="rect">
            <a:avLst/>
          </a:prstGeom>
        </p:spPr>
        <p:txBody>
          <a:bodyPr vert="horz" lIns="0" tIns="0" rIns="180000" bIns="0" rtlCol="0" anchor="t" anchorCtr="0">
            <a:noAutofit/>
          </a:bodyPr>
          <a:lstStyle/>
          <a:p>
            <a:r>
              <a:rPr lang="en-US"/>
              <a:t>Click to edit Master title style</a:t>
            </a:r>
          </a:p>
        </p:txBody>
      </p:sp>
    </p:spTree>
    <p:extLst>
      <p:ext uri="{BB962C8B-B14F-4D97-AF65-F5344CB8AC3E}">
        <p14:creationId xmlns:p14="http://schemas.microsoft.com/office/powerpoint/2010/main" val="2511808278"/>
      </p:ext>
    </p:extLst>
  </p:cSld>
  <p:clrMap bg1="lt1" tx1="dk1" bg2="lt2" tx2="dk2" accent1="accent1" accent2="accent2" accent3="accent3" accent4="accent4" accent5="accent5" accent6="accent6" hlink="hlink" folHlink="folHlink"/>
  <p:sldLayoutIdLst>
    <p:sldLayoutId id="2147483776" r:id="rId1"/>
    <p:sldLayoutId id="2147483749" r:id="rId2"/>
    <p:sldLayoutId id="2147483751" r:id="rId3"/>
    <p:sldLayoutId id="2147483752" r:id="rId4"/>
    <p:sldLayoutId id="2147483779" r:id="rId5"/>
    <p:sldLayoutId id="2147483777" r:id="rId6"/>
    <p:sldLayoutId id="2147483775"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 id="2147483792" r:id="rId18"/>
    <p:sldLayoutId id="2147483793" r:id="rId19"/>
    <p:sldLayoutId id="2147483794" r:id="rId20"/>
    <p:sldLayoutId id="2147483795" r:id="rId21"/>
    <p:sldLayoutId id="2147483812" r:id="rId22"/>
    <p:sldLayoutId id="2147483796" r:id="rId23"/>
    <p:sldLayoutId id="2147483797" r:id="rId24"/>
    <p:sldLayoutId id="2147483798" r:id="rId25"/>
    <p:sldLayoutId id="2147483799" r:id="rId26"/>
    <p:sldLayoutId id="2147483800" r:id="rId27"/>
    <p:sldLayoutId id="2147483801" r:id="rId28"/>
    <p:sldLayoutId id="2147483802" r:id="rId29"/>
    <p:sldLayoutId id="2147483803" r:id="rId30"/>
    <p:sldLayoutId id="2147483804" r:id="rId31"/>
    <p:sldLayoutId id="2147483805" r:id="rId32"/>
    <p:sldLayoutId id="2147483806" r:id="rId33"/>
    <p:sldLayoutId id="2147483814" r:id="rId34"/>
    <p:sldLayoutId id="2147483807" r:id="rId35"/>
    <p:sldLayoutId id="2147483808" r:id="rId36"/>
    <p:sldLayoutId id="2147483809" r:id="rId37"/>
    <p:sldLayoutId id="2147483810" r:id="rId38"/>
    <p:sldLayoutId id="2147483811" r:id="rId3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dt="0"/>
  <p:txStyles>
    <p:titleStyle>
      <a:lvl1pPr algn="l" defTabSz="913783"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0" indent="0" algn="l" defTabSz="913783" rtl="0" eaLnBrk="1" latinLnBrk="0" hangingPunct="1">
        <a:lnSpc>
          <a:spcPct val="110000"/>
        </a:lnSpc>
        <a:spcBef>
          <a:spcPts val="0"/>
        </a:spcBef>
        <a:buClr>
          <a:srgbClr val="C00000"/>
        </a:buClr>
        <a:buFont typeface="Wingdings" panose="05000000000000000000" pitchFamily="2" charset="2"/>
        <a:buNone/>
        <a:defRPr sz="1600" kern="1200">
          <a:solidFill>
            <a:schemeClr val="tx1"/>
          </a:solidFill>
          <a:latin typeface="+mn-lt"/>
          <a:ea typeface="+mn-ea"/>
          <a:cs typeface="+mn-cs"/>
        </a:defRPr>
      </a:lvl1pPr>
      <a:lvl2pPr marL="179879" indent="-179879" algn="l" defTabSz="913783" rtl="0" eaLnBrk="1" latinLnBrk="0" hangingPunct="1">
        <a:lnSpc>
          <a:spcPct val="110000"/>
        </a:lnSpc>
        <a:spcBef>
          <a:spcPts val="201"/>
        </a:spcBef>
        <a:spcAft>
          <a:spcPts val="201"/>
        </a:spcAft>
        <a:buClr>
          <a:srgbClr val="C00000"/>
        </a:buClr>
        <a:buFont typeface="Wingdings" panose="05000000000000000000" pitchFamily="2" charset="2"/>
        <a:buChar char="§"/>
        <a:defRPr sz="1600" kern="1200">
          <a:solidFill>
            <a:schemeClr val="tx1"/>
          </a:solidFill>
          <a:latin typeface="+mn-lt"/>
          <a:ea typeface="+mn-ea"/>
          <a:cs typeface="+mn-cs"/>
        </a:defRPr>
      </a:lvl2pPr>
      <a:lvl3pPr marL="359757" indent="-179879" algn="l" defTabSz="913783" rtl="0" eaLnBrk="1" latinLnBrk="0" hangingPunct="1">
        <a:lnSpc>
          <a:spcPct val="110000"/>
        </a:lnSpc>
        <a:spcBef>
          <a:spcPts val="201"/>
        </a:spcBef>
        <a:spcAft>
          <a:spcPts val="201"/>
        </a:spcAft>
        <a:buClr>
          <a:srgbClr val="C00000"/>
        </a:buClr>
        <a:buFont typeface="Wingdings" panose="05000000000000000000" pitchFamily="2" charset="2"/>
        <a:buChar char="§"/>
        <a:defRPr sz="1600" kern="1200">
          <a:solidFill>
            <a:schemeClr val="tx1"/>
          </a:solidFill>
          <a:latin typeface="+mn-lt"/>
          <a:ea typeface="+mn-ea"/>
          <a:cs typeface="+mn-cs"/>
        </a:defRPr>
      </a:lvl3pPr>
      <a:lvl4pPr marL="539636" indent="-179879" algn="l" defTabSz="913783" rtl="0" eaLnBrk="1" latinLnBrk="0" hangingPunct="1">
        <a:lnSpc>
          <a:spcPct val="110000"/>
        </a:lnSpc>
        <a:spcBef>
          <a:spcPts val="201"/>
        </a:spcBef>
        <a:spcAft>
          <a:spcPts val="201"/>
        </a:spcAft>
        <a:buClr>
          <a:srgbClr val="C00000"/>
        </a:buClr>
        <a:buFont typeface="Wingdings" panose="05000000000000000000" pitchFamily="2" charset="2"/>
        <a:buChar char="§"/>
        <a:defRPr sz="1600" kern="1200">
          <a:solidFill>
            <a:schemeClr val="tx1"/>
          </a:solidFill>
          <a:latin typeface="+mn-lt"/>
          <a:ea typeface="+mn-ea"/>
          <a:cs typeface="+mn-cs"/>
        </a:defRPr>
      </a:lvl4pPr>
      <a:lvl5pPr marL="0" indent="0" algn="l" defTabSz="913783" rtl="0" eaLnBrk="1" latinLnBrk="0" hangingPunct="1">
        <a:lnSpc>
          <a:spcPct val="110000"/>
        </a:lnSpc>
        <a:spcBef>
          <a:spcPts val="400"/>
        </a:spcBef>
        <a:spcAft>
          <a:spcPts val="400"/>
        </a:spcAft>
        <a:buClr>
          <a:srgbClr val="C00000"/>
        </a:buClr>
        <a:buFont typeface="Arial" panose="020B0604020202020204" pitchFamily="34" charset="0"/>
        <a:buNone/>
        <a:defRPr sz="1600" b="0" kern="1200">
          <a:solidFill>
            <a:schemeClr val="tx1"/>
          </a:solidFill>
          <a:latin typeface="+mn-lt"/>
          <a:ea typeface="+mn-ea"/>
          <a:cs typeface="+mn-cs"/>
        </a:defRPr>
      </a:lvl5pPr>
      <a:lvl6pPr marL="0" indent="0" algn="l" defTabSz="913783" rtl="0" eaLnBrk="1" latinLnBrk="0" hangingPunct="1">
        <a:lnSpc>
          <a:spcPct val="100000"/>
        </a:lnSpc>
        <a:spcBef>
          <a:spcPts val="201"/>
        </a:spcBef>
        <a:spcAft>
          <a:spcPts val="201"/>
        </a:spcAft>
        <a:buClr>
          <a:schemeClr val="bg2"/>
        </a:buClr>
        <a:buFont typeface="Arial" panose="020B0604020202020204" pitchFamily="34" charset="0"/>
        <a:buNone/>
        <a:defRPr sz="1600" b="1" kern="1200">
          <a:solidFill>
            <a:schemeClr val="bg2"/>
          </a:solidFill>
          <a:latin typeface="+mn-lt"/>
          <a:ea typeface="+mn-ea"/>
          <a:cs typeface="+mn-cs"/>
        </a:defRPr>
      </a:lvl6pPr>
      <a:lvl7pPr marL="0" indent="0" algn="l" defTabSz="913783" rtl="0" eaLnBrk="1" latinLnBrk="0" hangingPunct="1">
        <a:lnSpc>
          <a:spcPct val="100000"/>
        </a:lnSpc>
        <a:spcBef>
          <a:spcPts val="201"/>
        </a:spcBef>
        <a:spcAft>
          <a:spcPts val="201"/>
        </a:spcAft>
        <a:buFont typeface="Arial" panose="020B0604020202020204" pitchFamily="34" charset="0"/>
        <a:buNone/>
        <a:defRPr sz="1600" b="1" kern="1200">
          <a:solidFill>
            <a:schemeClr val="accent1"/>
          </a:solidFill>
          <a:latin typeface="+mn-lt"/>
          <a:ea typeface="+mn-ea"/>
          <a:cs typeface="+mn-cs"/>
        </a:defRPr>
      </a:lvl7pPr>
      <a:lvl8pPr marL="0" indent="0" algn="l" defTabSz="913783" rtl="0" eaLnBrk="1" latinLnBrk="0" hangingPunct="1">
        <a:lnSpc>
          <a:spcPct val="100000"/>
        </a:lnSpc>
        <a:spcBef>
          <a:spcPts val="201"/>
        </a:spcBef>
        <a:spcAft>
          <a:spcPts val="201"/>
        </a:spcAft>
        <a:buFont typeface="Arial" panose="020B0604020202020204" pitchFamily="34" charset="0"/>
        <a:buNone/>
        <a:defRPr sz="900" kern="1200">
          <a:solidFill>
            <a:schemeClr val="tx1"/>
          </a:solidFill>
          <a:latin typeface="+mn-lt"/>
          <a:ea typeface="+mn-ea"/>
          <a:cs typeface="+mn-cs"/>
        </a:defRPr>
      </a:lvl8pPr>
      <a:lvl9pPr marL="0" indent="0" algn="l" defTabSz="913783" rtl="0" eaLnBrk="1" latinLnBrk="0" hangingPunct="1">
        <a:lnSpc>
          <a:spcPct val="100000"/>
        </a:lnSpc>
        <a:spcBef>
          <a:spcPts val="201"/>
        </a:spcBef>
        <a:spcAft>
          <a:spcPts val="201"/>
        </a:spcAft>
        <a:buFont typeface="Arial" panose="020B0604020202020204" pitchFamily="34" charset="0"/>
        <a:buNone/>
        <a:defRPr sz="1401" kern="1200">
          <a:solidFill>
            <a:schemeClr val="tx1"/>
          </a:solidFill>
          <a:latin typeface="+mn-lt"/>
          <a:ea typeface="+mn-ea"/>
          <a:cs typeface="+mn-cs"/>
        </a:defRPr>
      </a:lvl9pPr>
    </p:bodyStyle>
    <p:otherStyle>
      <a:defPPr>
        <a:defRPr lang="de-DE"/>
      </a:defPPr>
      <a:lvl1pPr marL="0" algn="l" defTabSz="913783" rtl="0" eaLnBrk="1" latinLnBrk="0" hangingPunct="1">
        <a:defRPr sz="1799" kern="1200">
          <a:solidFill>
            <a:schemeClr val="tx1"/>
          </a:solidFill>
          <a:latin typeface="+mn-lt"/>
          <a:ea typeface="+mn-ea"/>
          <a:cs typeface="+mn-cs"/>
        </a:defRPr>
      </a:lvl1pPr>
      <a:lvl2pPr marL="456891" algn="l" defTabSz="913783" rtl="0" eaLnBrk="1" latinLnBrk="0" hangingPunct="1">
        <a:defRPr sz="1799" kern="1200">
          <a:solidFill>
            <a:schemeClr val="tx1"/>
          </a:solidFill>
          <a:latin typeface="+mn-lt"/>
          <a:ea typeface="+mn-ea"/>
          <a:cs typeface="+mn-cs"/>
        </a:defRPr>
      </a:lvl2pPr>
      <a:lvl3pPr marL="913783" algn="l" defTabSz="913783" rtl="0" eaLnBrk="1" latinLnBrk="0" hangingPunct="1">
        <a:defRPr sz="1799" kern="1200">
          <a:solidFill>
            <a:schemeClr val="tx1"/>
          </a:solidFill>
          <a:latin typeface="+mn-lt"/>
          <a:ea typeface="+mn-ea"/>
          <a:cs typeface="+mn-cs"/>
        </a:defRPr>
      </a:lvl3pPr>
      <a:lvl4pPr marL="1370674" algn="l" defTabSz="913783" rtl="0" eaLnBrk="1" latinLnBrk="0" hangingPunct="1">
        <a:defRPr sz="1799" kern="1200">
          <a:solidFill>
            <a:schemeClr val="tx1"/>
          </a:solidFill>
          <a:latin typeface="+mn-lt"/>
          <a:ea typeface="+mn-ea"/>
          <a:cs typeface="+mn-cs"/>
        </a:defRPr>
      </a:lvl4pPr>
      <a:lvl5pPr marL="1827566" algn="l" defTabSz="913783" rtl="0" eaLnBrk="1" latinLnBrk="0" hangingPunct="1">
        <a:defRPr sz="1799" kern="1200">
          <a:solidFill>
            <a:schemeClr val="tx1"/>
          </a:solidFill>
          <a:latin typeface="+mn-lt"/>
          <a:ea typeface="+mn-ea"/>
          <a:cs typeface="+mn-cs"/>
        </a:defRPr>
      </a:lvl5pPr>
      <a:lvl6pPr marL="2284457" algn="l" defTabSz="913783" rtl="0" eaLnBrk="1" latinLnBrk="0" hangingPunct="1">
        <a:defRPr sz="1799" kern="1200">
          <a:solidFill>
            <a:schemeClr val="tx1"/>
          </a:solidFill>
          <a:latin typeface="+mn-lt"/>
          <a:ea typeface="+mn-ea"/>
          <a:cs typeface="+mn-cs"/>
        </a:defRPr>
      </a:lvl6pPr>
      <a:lvl7pPr marL="2741349" algn="l" defTabSz="913783" rtl="0" eaLnBrk="1" latinLnBrk="0" hangingPunct="1">
        <a:defRPr sz="1799" kern="1200">
          <a:solidFill>
            <a:schemeClr val="tx1"/>
          </a:solidFill>
          <a:latin typeface="+mn-lt"/>
          <a:ea typeface="+mn-ea"/>
          <a:cs typeface="+mn-cs"/>
        </a:defRPr>
      </a:lvl7pPr>
      <a:lvl8pPr marL="3198240" algn="l" defTabSz="913783" rtl="0" eaLnBrk="1" latinLnBrk="0" hangingPunct="1">
        <a:defRPr sz="1799" kern="1200">
          <a:solidFill>
            <a:schemeClr val="tx1"/>
          </a:solidFill>
          <a:latin typeface="+mn-lt"/>
          <a:ea typeface="+mn-ea"/>
          <a:cs typeface="+mn-cs"/>
        </a:defRPr>
      </a:lvl8pPr>
      <a:lvl9pPr marL="3655131" algn="l" defTabSz="91378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13" userDrawn="1">
          <p15:clr>
            <a:srgbClr val="F26B43"/>
          </p15:clr>
        </p15:guide>
        <p15:guide id="3" orient="horz" pos="2421" userDrawn="1">
          <p15:clr>
            <a:srgbClr val="F26B43"/>
          </p15:clr>
        </p15:guide>
        <p15:guide id="4" orient="horz" pos="3929" userDrawn="1">
          <p15:clr>
            <a:srgbClr val="F26B43"/>
          </p15:clr>
        </p15:guide>
        <p15:guide id="5" pos="3930" userDrawn="1">
          <p15:clr>
            <a:srgbClr val="F26B43"/>
          </p15:clr>
        </p15:guide>
        <p15:guide id="6" pos="7287" userDrawn="1">
          <p15:clr>
            <a:srgbClr val="F26B43"/>
          </p15:clr>
        </p15:guide>
        <p15:guide id="8" pos="395" userDrawn="1">
          <p15:clr>
            <a:srgbClr val="F26B43"/>
          </p15:clr>
        </p15:guide>
        <p15:guide id="15" orient="horz" pos="210" userDrawn="1">
          <p15:clr>
            <a:srgbClr val="F26B43"/>
          </p15:clr>
        </p15:guide>
        <p15:guide id="16" orient="horz" pos="663" userDrawn="1">
          <p15:clr>
            <a:srgbClr val="F26B43"/>
          </p15:clr>
        </p15:guide>
        <p15:guide id="17"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hyperlink" Target="https://www.linkedin.com/in/jan-m%C3%BCllerleile-b281b51bb/?isSelfProfile=true" TargetMode="External"/><Relationship Id="rId7" Type="http://schemas.openxmlformats.org/officeDocument/2006/relationships/image" Target="../media/image36.jpeg"/><Relationship Id="rId2" Type="http://schemas.openxmlformats.org/officeDocument/2006/relationships/notesSlide" Target="../notesSlides/notesSlide2.xml"/><Relationship Id="rId1" Type="http://schemas.openxmlformats.org/officeDocument/2006/relationships/slideLayout" Target="../slideLayouts/slideLayout35.xml"/><Relationship Id="rId6" Type="http://schemas.openxmlformats.org/officeDocument/2006/relationships/image" Target="../media/image35.png"/><Relationship Id="rId5" Type="http://schemas.openxmlformats.org/officeDocument/2006/relationships/hyperlink" Target="https://www.linkedin.com/in/adin-%C3%B6zder-0635b8167/?isSelfProfile=false" TargetMode="External"/><Relationship Id="rId4" Type="http://schemas.openxmlformats.org/officeDocument/2006/relationships/image" Target="../media/image34.svg"/></Relationships>
</file>

<file path=ppt/slides/_rels/slide3.xml.rels><?xml version="1.0" encoding="UTF-8" standalone="yes"?>
<Relationships xmlns="http://schemas.openxmlformats.org/package/2006/relationships"><Relationship Id="rId8" Type="http://schemas.openxmlformats.org/officeDocument/2006/relationships/hyperlink" Target="https://www.linkedin.com/in/markoweber/?isSelfProfile=false" TargetMode="External"/><Relationship Id="rId3" Type="http://schemas.openxmlformats.org/officeDocument/2006/relationships/image" Target="../media/image38.png"/><Relationship Id="rId7" Type="http://schemas.openxmlformats.org/officeDocument/2006/relationships/hyperlink" Target="https://www.linkedin.com/in/sascha-ellmer-83523b108/?isSelfProfile=false" TargetMode="External"/><Relationship Id="rId2" Type="http://schemas.openxmlformats.org/officeDocument/2006/relationships/notesSlide" Target="../notesSlides/notesSlide3.xml"/><Relationship Id="rId1" Type="http://schemas.openxmlformats.org/officeDocument/2006/relationships/slideLayout" Target="../slideLayouts/slideLayout36.xml"/><Relationship Id="rId6" Type="http://schemas.openxmlformats.org/officeDocument/2006/relationships/image" Target="../media/image39.png"/><Relationship Id="rId5" Type="http://schemas.openxmlformats.org/officeDocument/2006/relationships/image" Target="../media/image35.png"/><Relationship Id="rId4" Type="http://schemas.openxmlformats.org/officeDocument/2006/relationships/hyperlink" Target="https://www.linkedin.com/in/jannik-schuele/?isSelfProfile=false" TargetMode="External"/><Relationship Id="rId9" Type="http://schemas.openxmlformats.org/officeDocument/2006/relationships/image" Target="../media/image40.jpeg"/></Relationships>
</file>

<file path=ppt/slides/_rels/slide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5.xml"/><Relationship Id="rId1" Type="http://schemas.openxmlformats.org/officeDocument/2006/relationships/slideLayout" Target="../slideLayouts/slideLayout22.xml"/><Relationship Id="rId6" Type="http://schemas.openxmlformats.org/officeDocument/2006/relationships/image" Target="../media/image44.png"/><Relationship Id="rId5" Type="http://schemas.openxmlformats.org/officeDocument/2006/relationships/image" Target="../media/image26.jpeg"/><Relationship Id="rId4" Type="http://schemas.openxmlformats.org/officeDocument/2006/relationships/image" Target="../media/image43.svg"/></Relationships>
</file>

<file path=ppt/slides/_rels/slide6.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image" Target="../media/image46.svg"/></Relationships>
</file>

<file path=ppt/slides/_rels/slide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openxmlformats.org/officeDocument/2006/relationships/image" Target="../media/image47.png"/></Relationships>
</file>

<file path=ppt/slides/_rels/slide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23.xml"/><Relationship Id="rId5" Type="http://schemas.openxmlformats.org/officeDocument/2006/relationships/image" Target="../media/image48.png"/><Relationship Id="rId4" Type="http://schemas.openxmlformats.org/officeDocument/2006/relationships/image" Target="../media/image33.jpeg"/></Relationships>
</file>

<file path=ppt/slides/_rels/slide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23.xml"/><Relationship Id="rId4" Type="http://schemas.openxmlformats.org/officeDocument/2006/relationships/image" Target="../media/image33.jpeg"/></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23.xml"/><Relationship Id="rId4" Type="http://schemas.openxmlformats.org/officeDocument/2006/relationships/image" Target="../media/image33.jpeg"/></Relationships>
</file>

<file path=ppt/slides/_rels/slide1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33.jpeg"/><Relationship Id="rId7"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23.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png"/><Relationship Id="rId9" Type="http://schemas.openxmlformats.org/officeDocument/2006/relationships/image" Target="../media/image54.png"/></Relationships>
</file>

<file path=ppt/slides/_rels/slide1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CE00035-931A-8F82-BA91-63830E3B6564}"/>
              </a:ext>
            </a:extLst>
          </p:cNvPr>
          <p:cNvSpPr>
            <a:spLocks noGrp="1"/>
          </p:cNvSpPr>
          <p:nvPr>
            <p:ph type="body" sz="quarter" idx="10"/>
          </p:nvPr>
        </p:nvSpPr>
        <p:spPr/>
        <p:txBody>
          <a:bodyPr vert="horz" lIns="612000" tIns="216000" rIns="72000" bIns="72000" rtlCol="0" anchor="t">
            <a:normAutofit/>
          </a:bodyPr>
          <a:lstStyle/>
          <a:p>
            <a:endParaRPr lang="en-GB" noProof="0">
              <a:cs typeface="Arial"/>
            </a:endParaRPr>
          </a:p>
        </p:txBody>
      </p:sp>
      <p:sp>
        <p:nvSpPr>
          <p:cNvPr id="4" name="Fußzeilenplatzhalter 3">
            <a:extLst>
              <a:ext uri="{FF2B5EF4-FFF2-40B4-BE49-F238E27FC236}">
                <a16:creationId xmlns:a16="http://schemas.microsoft.com/office/drawing/2014/main" id="{9AAFCD97-8D22-C8DC-F19C-158FAA0E3DEC}"/>
              </a:ext>
            </a:extLst>
          </p:cNvPr>
          <p:cNvSpPr>
            <a:spLocks noGrp="1"/>
          </p:cNvSpPr>
          <p:nvPr>
            <p:ph type="ftr" sz="quarter" idx="11"/>
          </p:nvPr>
        </p:nvSpPr>
        <p:spPr/>
        <p:txBody>
          <a:bodyPr/>
          <a:lstStyle/>
          <a:p>
            <a:pPr defTabSz="914332">
              <a:buClr>
                <a:srgbClr val="009999"/>
              </a:buClr>
            </a:pPr>
            <a:r>
              <a:rPr lang="en-GB" kern="0" noProof="0"/>
              <a:t>© BCT Technology AG 2026</a:t>
            </a:r>
          </a:p>
        </p:txBody>
      </p:sp>
      <p:sp>
        <p:nvSpPr>
          <p:cNvPr id="8" name="Text Placeholder 7">
            <a:extLst>
              <a:ext uri="{FF2B5EF4-FFF2-40B4-BE49-F238E27FC236}">
                <a16:creationId xmlns:a16="http://schemas.microsoft.com/office/drawing/2014/main" id="{10D6A250-9DBA-9538-9EE8-F9C799ED222C}"/>
              </a:ext>
            </a:extLst>
          </p:cNvPr>
          <p:cNvSpPr>
            <a:spLocks noGrp="1"/>
          </p:cNvSpPr>
          <p:nvPr>
            <p:ph type="body" sz="quarter" idx="12"/>
          </p:nvPr>
        </p:nvSpPr>
        <p:spPr/>
        <p:txBody>
          <a:bodyPr/>
          <a:lstStyle/>
          <a:p>
            <a:r>
              <a:rPr lang="en-GB" noProof="0"/>
              <a:t>&lt;Date&gt;, &lt;Name&gt;</a:t>
            </a:r>
          </a:p>
        </p:txBody>
      </p:sp>
      <p:pic>
        <p:nvPicPr>
          <p:cNvPr id="2" name="Grafik 1">
            <a:extLst>
              <a:ext uri="{FF2B5EF4-FFF2-40B4-BE49-F238E27FC236}">
                <a16:creationId xmlns:a16="http://schemas.microsoft.com/office/drawing/2014/main" id="{9DF030A1-1DAE-3470-4645-DA94CBACEF7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3267076"/>
            <a:ext cx="10210800" cy="2619375"/>
          </a:xfrm>
          <a:prstGeom prst="rect">
            <a:avLst/>
          </a:prstGeom>
        </p:spPr>
      </p:pic>
    </p:spTree>
    <p:extLst>
      <p:ext uri="{BB962C8B-B14F-4D97-AF65-F5344CB8AC3E}">
        <p14:creationId xmlns:p14="http://schemas.microsoft.com/office/powerpoint/2010/main" val="2567304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4CBB1-6C10-5B7E-9CF6-DAEED0E7D409}"/>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45DCADB9-7C38-039C-7B65-2706BB4D9F48}"/>
              </a:ext>
            </a:extLst>
          </p:cNvPr>
          <p:cNvSpPr>
            <a:spLocks noGrp="1"/>
          </p:cNvSpPr>
          <p:nvPr>
            <p:ph type="title"/>
          </p:nvPr>
        </p:nvSpPr>
        <p:spPr/>
        <p:txBody>
          <a:bodyPr/>
          <a:lstStyle/>
          <a:p>
            <a:r>
              <a:rPr lang="en-GB" noProof="0"/>
              <a:t>Hackathon Supporter</a:t>
            </a:r>
          </a:p>
        </p:txBody>
      </p:sp>
      <p:sp>
        <p:nvSpPr>
          <p:cNvPr id="3" name="Fußzeilenplatzhalter 2">
            <a:extLst>
              <a:ext uri="{FF2B5EF4-FFF2-40B4-BE49-F238E27FC236}">
                <a16:creationId xmlns:a16="http://schemas.microsoft.com/office/drawing/2014/main" id="{859FBE02-BE0F-BEC2-0420-BB35241E59DA}"/>
              </a:ext>
            </a:extLst>
          </p:cNvPr>
          <p:cNvSpPr>
            <a:spLocks noGrp="1"/>
          </p:cNvSpPr>
          <p:nvPr>
            <p:ph type="ftr" sz="quarter" idx="10"/>
          </p:nvPr>
        </p:nvSpPr>
        <p:spPr/>
        <p:txBody>
          <a:bodyPr/>
          <a:lstStyle/>
          <a:p>
            <a:pPr defTabSz="914309">
              <a:buClr>
                <a:srgbClr val="009999"/>
              </a:buClr>
            </a:pPr>
            <a:r>
              <a:rPr lang="en-GB" kern="0" noProof="0"/>
              <a:t> © BCT Technology AG 2026</a:t>
            </a:r>
          </a:p>
        </p:txBody>
      </p:sp>
      <p:sp>
        <p:nvSpPr>
          <p:cNvPr id="11" name="Textplatzhalter 10">
            <a:extLst>
              <a:ext uri="{FF2B5EF4-FFF2-40B4-BE49-F238E27FC236}">
                <a16:creationId xmlns:a16="http://schemas.microsoft.com/office/drawing/2014/main" id="{E131046B-5287-D8D2-1385-17B5F50FD69E}"/>
              </a:ext>
            </a:extLst>
          </p:cNvPr>
          <p:cNvSpPr>
            <a:spLocks noGrp="1"/>
          </p:cNvSpPr>
          <p:nvPr>
            <p:ph type="body" sz="quarter" idx="16"/>
          </p:nvPr>
        </p:nvSpPr>
        <p:spPr/>
        <p:txBody>
          <a:bodyPr/>
          <a:lstStyle/>
          <a:p>
            <a:r>
              <a:rPr lang="en-GB" noProof="0"/>
              <a:t>Jan Müllerleile</a:t>
            </a:r>
          </a:p>
        </p:txBody>
      </p:sp>
      <p:sp>
        <p:nvSpPr>
          <p:cNvPr id="12" name="Textplatzhalter 11">
            <a:extLst>
              <a:ext uri="{FF2B5EF4-FFF2-40B4-BE49-F238E27FC236}">
                <a16:creationId xmlns:a16="http://schemas.microsoft.com/office/drawing/2014/main" id="{F6870776-BF08-5CE3-00E5-ECA2127C59D7}"/>
              </a:ext>
            </a:extLst>
          </p:cNvPr>
          <p:cNvSpPr>
            <a:spLocks noGrp="1"/>
          </p:cNvSpPr>
          <p:nvPr>
            <p:ph type="body" sz="quarter" idx="17"/>
          </p:nvPr>
        </p:nvSpPr>
        <p:spPr/>
        <p:txBody>
          <a:bodyPr/>
          <a:lstStyle/>
          <a:p>
            <a:r>
              <a:rPr lang="en-GB" noProof="0"/>
              <a:t>Implementation Consultant CAD</a:t>
            </a:r>
          </a:p>
        </p:txBody>
      </p:sp>
      <p:pic>
        <p:nvPicPr>
          <p:cNvPr id="17" name="Bildplatzhalter 16">
            <a:hlinkClick r:id="rId3"/>
            <a:extLst>
              <a:ext uri="{FF2B5EF4-FFF2-40B4-BE49-F238E27FC236}">
                <a16:creationId xmlns:a16="http://schemas.microsoft.com/office/drawing/2014/main" id="{E0D5C02B-7500-A0A3-64AB-200105D28245}"/>
              </a:ext>
            </a:extLst>
          </p:cNvPr>
          <p:cNvPicPr>
            <a:picLocks noGrp="1" noChangeAspect="1"/>
          </p:cNvPicPr>
          <p:nvPr>
            <p:ph type="pic" sz="quarter" idx="18"/>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t="8930" b="8930"/>
          <a:stretch/>
        </p:blipFill>
        <p:spPr>
          <a:prstGeom prst="rect">
            <a:avLst/>
          </a:prstGeom>
        </p:spPr>
      </p:pic>
      <p:sp>
        <p:nvSpPr>
          <p:cNvPr id="14" name="Textplatzhalter 13">
            <a:extLst>
              <a:ext uri="{FF2B5EF4-FFF2-40B4-BE49-F238E27FC236}">
                <a16:creationId xmlns:a16="http://schemas.microsoft.com/office/drawing/2014/main" id="{477C007C-5148-EDE3-057E-A7548E74F790}"/>
              </a:ext>
            </a:extLst>
          </p:cNvPr>
          <p:cNvSpPr>
            <a:spLocks noGrp="1"/>
          </p:cNvSpPr>
          <p:nvPr>
            <p:ph type="body" sz="quarter" idx="19"/>
          </p:nvPr>
        </p:nvSpPr>
        <p:spPr/>
        <p:txBody>
          <a:bodyPr/>
          <a:lstStyle/>
          <a:p>
            <a:r>
              <a:rPr lang="en-GB" noProof="0"/>
              <a:t>Jan.muellerleile@bct-technology.com</a:t>
            </a:r>
          </a:p>
        </p:txBody>
      </p:sp>
      <p:sp>
        <p:nvSpPr>
          <p:cNvPr id="15" name="Textplatzhalter 14">
            <a:extLst>
              <a:ext uri="{FF2B5EF4-FFF2-40B4-BE49-F238E27FC236}">
                <a16:creationId xmlns:a16="http://schemas.microsoft.com/office/drawing/2014/main" id="{F9D7AD95-7870-175C-47AF-236BDAE791A9}"/>
              </a:ext>
            </a:extLst>
          </p:cNvPr>
          <p:cNvSpPr>
            <a:spLocks noGrp="1"/>
          </p:cNvSpPr>
          <p:nvPr>
            <p:ph type="body" sz="quarter" idx="20"/>
          </p:nvPr>
        </p:nvSpPr>
        <p:spPr/>
        <p:txBody>
          <a:bodyPr/>
          <a:lstStyle/>
          <a:p>
            <a:r>
              <a:rPr lang="en-GB" noProof="0"/>
              <a:t>+49 160 6823173</a:t>
            </a:r>
          </a:p>
        </p:txBody>
      </p:sp>
      <p:sp>
        <p:nvSpPr>
          <p:cNvPr id="5" name="Textplatzhalter 4">
            <a:extLst>
              <a:ext uri="{FF2B5EF4-FFF2-40B4-BE49-F238E27FC236}">
                <a16:creationId xmlns:a16="http://schemas.microsoft.com/office/drawing/2014/main" id="{87DCE7A0-7E61-D4C4-81B2-62DC7A29E687}"/>
              </a:ext>
            </a:extLst>
          </p:cNvPr>
          <p:cNvSpPr>
            <a:spLocks noGrp="1"/>
          </p:cNvSpPr>
          <p:nvPr>
            <p:ph type="body" sz="quarter" idx="22"/>
          </p:nvPr>
        </p:nvSpPr>
        <p:spPr/>
        <p:txBody>
          <a:bodyPr/>
          <a:lstStyle/>
          <a:p>
            <a:r>
              <a:rPr lang="en-GB" noProof="0"/>
              <a:t>Adin Özder</a:t>
            </a:r>
          </a:p>
        </p:txBody>
      </p:sp>
      <p:sp>
        <p:nvSpPr>
          <p:cNvPr id="6" name="Textplatzhalter 5">
            <a:extLst>
              <a:ext uri="{FF2B5EF4-FFF2-40B4-BE49-F238E27FC236}">
                <a16:creationId xmlns:a16="http://schemas.microsoft.com/office/drawing/2014/main" id="{DB821A00-E816-977B-FF9A-FAE7D8760996}"/>
              </a:ext>
            </a:extLst>
          </p:cNvPr>
          <p:cNvSpPr>
            <a:spLocks noGrp="1"/>
          </p:cNvSpPr>
          <p:nvPr>
            <p:ph type="body" sz="quarter" idx="23"/>
          </p:nvPr>
        </p:nvSpPr>
        <p:spPr/>
        <p:txBody>
          <a:bodyPr/>
          <a:lstStyle/>
          <a:p>
            <a:r>
              <a:rPr lang="en-GB" noProof="0"/>
              <a:t>Domain Transformation Manager</a:t>
            </a:r>
          </a:p>
        </p:txBody>
      </p:sp>
      <p:pic>
        <p:nvPicPr>
          <p:cNvPr id="21" name="Bildplatzhalter 20">
            <a:hlinkClick r:id="rId5"/>
            <a:extLst>
              <a:ext uri="{FF2B5EF4-FFF2-40B4-BE49-F238E27FC236}">
                <a16:creationId xmlns:a16="http://schemas.microsoft.com/office/drawing/2014/main" id="{8379ECA8-6D6E-A7C0-6906-4F91F5F55A96}"/>
              </a:ext>
            </a:extLst>
          </p:cNvPr>
          <p:cNvPicPr>
            <a:picLocks noGrp="1" noChangeAspect="1"/>
          </p:cNvPicPr>
          <p:nvPr>
            <p:ph type="pic" sz="quarter" idx="24"/>
          </p:nvPr>
        </p:nvPicPr>
        <p:blipFill>
          <a:blip r:embed="rId6"/>
          <a:srcRect t="918" b="918"/>
          <a:stretch/>
        </p:blipFill>
        <p:spPr bwMode="black">
          <a:prstGeom prst="rect">
            <a:avLst/>
          </a:prstGeom>
        </p:spPr>
      </p:pic>
      <p:sp>
        <p:nvSpPr>
          <p:cNvPr id="8" name="Textplatzhalter 7">
            <a:extLst>
              <a:ext uri="{FF2B5EF4-FFF2-40B4-BE49-F238E27FC236}">
                <a16:creationId xmlns:a16="http://schemas.microsoft.com/office/drawing/2014/main" id="{6EC5B690-4E48-5404-E8E5-7FB37B95EBC7}"/>
              </a:ext>
            </a:extLst>
          </p:cNvPr>
          <p:cNvSpPr>
            <a:spLocks noGrp="1"/>
          </p:cNvSpPr>
          <p:nvPr>
            <p:ph type="body" sz="quarter" idx="25"/>
          </p:nvPr>
        </p:nvSpPr>
        <p:spPr/>
        <p:txBody>
          <a:bodyPr/>
          <a:lstStyle/>
          <a:p>
            <a:r>
              <a:rPr lang="en-GB" noProof="0"/>
              <a:t>Adin.Oezder@bct-technology.com</a:t>
            </a:r>
          </a:p>
        </p:txBody>
      </p:sp>
      <p:sp>
        <p:nvSpPr>
          <p:cNvPr id="13" name="Textplatzhalter 12">
            <a:extLst>
              <a:ext uri="{FF2B5EF4-FFF2-40B4-BE49-F238E27FC236}">
                <a16:creationId xmlns:a16="http://schemas.microsoft.com/office/drawing/2014/main" id="{596AEB13-DC3D-08A5-2D7F-F10673FE274F}"/>
              </a:ext>
            </a:extLst>
          </p:cNvPr>
          <p:cNvSpPr>
            <a:spLocks noGrp="1"/>
          </p:cNvSpPr>
          <p:nvPr>
            <p:ph type="body" sz="quarter" idx="26"/>
          </p:nvPr>
        </p:nvSpPr>
        <p:spPr/>
        <p:txBody>
          <a:bodyPr/>
          <a:lstStyle/>
          <a:p>
            <a:r>
              <a:rPr lang="en-GB" noProof="0"/>
              <a:t>+49 171 5380428</a:t>
            </a:r>
          </a:p>
        </p:txBody>
      </p:sp>
      <p:sp>
        <p:nvSpPr>
          <p:cNvPr id="2" name="Textfeld 1">
            <a:extLst>
              <a:ext uri="{FF2B5EF4-FFF2-40B4-BE49-F238E27FC236}">
                <a16:creationId xmlns:a16="http://schemas.microsoft.com/office/drawing/2014/main" id="{D8606DAC-669D-9000-0C53-0F226933BE31}"/>
              </a:ext>
            </a:extLst>
          </p:cNvPr>
          <p:cNvSpPr txBox="1"/>
          <p:nvPr/>
        </p:nvSpPr>
        <p:spPr>
          <a:xfrm>
            <a:off x="557784" y="4087368"/>
            <a:ext cx="65" cy="276999"/>
          </a:xfrm>
          <a:prstGeom prst="rect">
            <a:avLst/>
          </a:prstGeom>
          <a:noFill/>
        </p:spPr>
        <p:txBody>
          <a:bodyPr wrap="none" lIns="0" tIns="0" rIns="0" bIns="0" rtlCol="0">
            <a:spAutoFit/>
          </a:bodyPr>
          <a:lstStyle/>
          <a:p>
            <a:pPr algn="l"/>
            <a:endParaRPr lang="en-GB" noProof="0">
              <a:solidFill>
                <a:schemeClr val="tx1"/>
              </a:solidFill>
            </a:endParaRPr>
          </a:p>
        </p:txBody>
      </p:sp>
      <p:pic>
        <p:nvPicPr>
          <p:cNvPr id="20" name="Bildplatzhalter 19">
            <a:extLst>
              <a:ext uri="{FF2B5EF4-FFF2-40B4-BE49-F238E27FC236}">
                <a16:creationId xmlns:a16="http://schemas.microsoft.com/office/drawing/2014/main" id="{48B2F6E7-64E4-8872-08BD-AFB07E131F7C}"/>
              </a:ext>
            </a:extLst>
          </p:cNvPr>
          <p:cNvPicPr>
            <a:picLocks noGrp="1" noChangeAspect="1"/>
          </p:cNvPicPr>
          <p:nvPr>
            <p:ph type="pic" sz="quarter" idx="11"/>
          </p:nvPr>
        </p:nvPicPr>
        <p:blipFill>
          <a:blip r:embed="rId7">
            <a:extLst>
              <a:ext uri="{28A0092B-C50C-407E-A947-70E740481C1C}">
                <a14:useLocalDpi xmlns:a14="http://schemas.microsoft.com/office/drawing/2010/main" val="0"/>
              </a:ext>
            </a:extLst>
          </a:blip>
          <a:srcRect l="29708" t="6740" r="31253" b="23068"/>
          <a:stretch>
            <a:fillRect/>
          </a:stretch>
        </p:blipFill>
        <p:spPr bwMode="black">
          <a:xfrm>
            <a:off x="360363" y="1260000"/>
            <a:ext cx="1800000" cy="2160000"/>
          </a:xfrm>
          <a:prstGeom prst="rect">
            <a:avLst/>
          </a:prstGeom>
        </p:spPr>
      </p:pic>
      <p:pic>
        <p:nvPicPr>
          <p:cNvPr id="26" name="Bildplatzhalter 25">
            <a:extLst>
              <a:ext uri="{FF2B5EF4-FFF2-40B4-BE49-F238E27FC236}">
                <a16:creationId xmlns:a16="http://schemas.microsoft.com/office/drawing/2014/main" id="{27C6A396-C782-4DA7-827A-583178054B00}"/>
              </a:ext>
            </a:extLst>
          </p:cNvPr>
          <p:cNvPicPr>
            <a:picLocks noGrp="1" noChangeAspect="1"/>
          </p:cNvPicPr>
          <p:nvPr>
            <p:ph type="pic" sz="quarter" idx="21"/>
          </p:nvPr>
        </p:nvPicPr>
        <p:blipFill>
          <a:blip r:embed="rId8">
            <a:extLst>
              <a:ext uri="{28A0092B-C50C-407E-A947-70E740481C1C}">
                <a14:useLocalDpi xmlns:a14="http://schemas.microsoft.com/office/drawing/2010/main" val="0"/>
              </a:ext>
            </a:extLst>
          </a:blip>
          <a:srcRect l="34168" r="23122" b="23150"/>
          <a:stretch>
            <a:fillRect/>
          </a:stretch>
        </p:blipFill>
        <p:spPr bwMode="black">
          <a:xfrm>
            <a:off x="4320363" y="1242000"/>
            <a:ext cx="1800000" cy="2160000"/>
          </a:xfrm>
          <a:prstGeom prst="rect">
            <a:avLst/>
          </a:prstGeom>
        </p:spPr>
      </p:pic>
    </p:spTree>
    <p:extLst>
      <p:ext uri="{BB962C8B-B14F-4D97-AF65-F5344CB8AC3E}">
        <p14:creationId xmlns:p14="http://schemas.microsoft.com/office/powerpoint/2010/main" val="2211776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el 15">
            <a:extLst>
              <a:ext uri="{FF2B5EF4-FFF2-40B4-BE49-F238E27FC236}">
                <a16:creationId xmlns:a16="http://schemas.microsoft.com/office/drawing/2014/main" id="{0CA61924-C8A0-F55D-62D0-E8750BB5DEBC}"/>
              </a:ext>
            </a:extLst>
          </p:cNvPr>
          <p:cNvSpPr>
            <a:spLocks noGrp="1"/>
          </p:cNvSpPr>
          <p:nvPr>
            <p:ph type="title"/>
          </p:nvPr>
        </p:nvSpPr>
        <p:spPr/>
        <p:txBody>
          <a:bodyPr/>
          <a:lstStyle/>
          <a:p>
            <a:r>
              <a:rPr lang="en-GB" noProof="0"/>
              <a:t>Hackathon Supporter</a:t>
            </a:r>
          </a:p>
        </p:txBody>
      </p:sp>
      <p:sp>
        <p:nvSpPr>
          <p:cNvPr id="3" name="Fußzeilenplatzhalter 2">
            <a:extLst>
              <a:ext uri="{FF2B5EF4-FFF2-40B4-BE49-F238E27FC236}">
                <a16:creationId xmlns:a16="http://schemas.microsoft.com/office/drawing/2014/main" id="{E6142A51-68DF-D2F5-AC71-8EB9A17CF463}"/>
              </a:ext>
            </a:extLst>
          </p:cNvPr>
          <p:cNvSpPr>
            <a:spLocks noGrp="1"/>
          </p:cNvSpPr>
          <p:nvPr>
            <p:ph type="ftr" sz="quarter" idx="10"/>
          </p:nvPr>
        </p:nvSpPr>
        <p:spPr/>
        <p:txBody>
          <a:bodyPr/>
          <a:lstStyle/>
          <a:p>
            <a:pPr defTabSz="914332">
              <a:buClr>
                <a:srgbClr val="009999"/>
              </a:buClr>
            </a:pPr>
            <a:r>
              <a:rPr lang="en-GB" kern="0" noProof="0"/>
              <a:t>© BCT Technology AG 2026</a:t>
            </a:r>
          </a:p>
        </p:txBody>
      </p:sp>
      <p:pic>
        <p:nvPicPr>
          <p:cNvPr id="38" name="Bildplatzhalter 37">
            <a:extLst>
              <a:ext uri="{FF2B5EF4-FFF2-40B4-BE49-F238E27FC236}">
                <a16:creationId xmlns:a16="http://schemas.microsoft.com/office/drawing/2014/main" id="{18219623-2B1E-DF20-4E06-0D0786E042E8}"/>
              </a:ext>
            </a:extLst>
          </p:cNvPr>
          <p:cNvPicPr>
            <a:picLocks noGrp="1" noChangeAspect="1"/>
          </p:cNvPicPr>
          <p:nvPr>
            <p:ph type="pic" sz="quarter" idx="11"/>
          </p:nvPr>
        </p:nvPicPr>
        <p:blipFill>
          <a:blip r:embed="rId3"/>
          <a:srcRect l="19162" t="3360" r="25282" b="30012"/>
          <a:stretch>
            <a:fillRect/>
          </a:stretch>
        </p:blipFill>
        <p:spPr bwMode="black">
          <a:xfrm>
            <a:off x="360363" y="1260000"/>
            <a:ext cx="1800000" cy="2160000"/>
          </a:xfrm>
          <a:prstGeom prst="rect">
            <a:avLst/>
          </a:prstGeom>
        </p:spPr>
      </p:pic>
      <p:sp>
        <p:nvSpPr>
          <p:cNvPr id="18" name="Textplatzhalter 17">
            <a:extLst>
              <a:ext uri="{FF2B5EF4-FFF2-40B4-BE49-F238E27FC236}">
                <a16:creationId xmlns:a16="http://schemas.microsoft.com/office/drawing/2014/main" id="{B389B5A2-2934-4CD5-7594-972844168F96}"/>
              </a:ext>
            </a:extLst>
          </p:cNvPr>
          <p:cNvSpPr>
            <a:spLocks noGrp="1"/>
          </p:cNvSpPr>
          <p:nvPr>
            <p:ph type="body" sz="quarter" idx="16"/>
          </p:nvPr>
        </p:nvSpPr>
        <p:spPr/>
        <p:txBody>
          <a:bodyPr/>
          <a:lstStyle/>
          <a:p>
            <a:r>
              <a:rPr lang="en-GB" noProof="0"/>
              <a:t>Jannik </a:t>
            </a:r>
            <a:r>
              <a:rPr lang="en-GB" noProof="0" err="1"/>
              <a:t>Schüle</a:t>
            </a:r>
            <a:endParaRPr lang="en-GB" noProof="0"/>
          </a:p>
        </p:txBody>
      </p:sp>
      <p:sp>
        <p:nvSpPr>
          <p:cNvPr id="19" name="Textplatzhalter 18">
            <a:extLst>
              <a:ext uri="{FF2B5EF4-FFF2-40B4-BE49-F238E27FC236}">
                <a16:creationId xmlns:a16="http://schemas.microsoft.com/office/drawing/2014/main" id="{B8C2F175-AD97-9FD9-8650-14ACB7A82940}"/>
              </a:ext>
            </a:extLst>
          </p:cNvPr>
          <p:cNvSpPr>
            <a:spLocks noGrp="1"/>
          </p:cNvSpPr>
          <p:nvPr>
            <p:ph type="body" sz="quarter" idx="17"/>
          </p:nvPr>
        </p:nvSpPr>
        <p:spPr/>
        <p:txBody>
          <a:bodyPr/>
          <a:lstStyle/>
          <a:p>
            <a:r>
              <a:rPr lang="en-GB" noProof="0"/>
              <a:t>Associate AI Consultant</a:t>
            </a:r>
          </a:p>
        </p:txBody>
      </p:sp>
      <p:pic>
        <p:nvPicPr>
          <p:cNvPr id="42" name="Bildplatzhalter 41">
            <a:hlinkClick r:id="rId4"/>
            <a:extLst>
              <a:ext uri="{FF2B5EF4-FFF2-40B4-BE49-F238E27FC236}">
                <a16:creationId xmlns:a16="http://schemas.microsoft.com/office/drawing/2014/main" id="{E4702CE4-35E6-70BE-3C65-855C626759CC}"/>
              </a:ext>
            </a:extLst>
          </p:cNvPr>
          <p:cNvPicPr>
            <a:picLocks noGrp="1" noChangeAspect="1"/>
          </p:cNvPicPr>
          <p:nvPr>
            <p:ph type="pic" sz="quarter" idx="18"/>
          </p:nvPr>
        </p:nvPicPr>
        <p:blipFill>
          <a:blip r:embed="rId5"/>
          <a:srcRect t="918" b="918"/>
          <a:stretch/>
        </p:blipFill>
        <p:spPr bwMode="black">
          <a:prstGeom prst="rect">
            <a:avLst/>
          </a:prstGeom>
        </p:spPr>
      </p:pic>
      <p:sp>
        <p:nvSpPr>
          <p:cNvPr id="21" name="Textplatzhalter 20">
            <a:extLst>
              <a:ext uri="{FF2B5EF4-FFF2-40B4-BE49-F238E27FC236}">
                <a16:creationId xmlns:a16="http://schemas.microsoft.com/office/drawing/2014/main" id="{78A42C0F-9549-8550-AF5F-8A83C074D430}"/>
              </a:ext>
            </a:extLst>
          </p:cNvPr>
          <p:cNvSpPr>
            <a:spLocks noGrp="1"/>
          </p:cNvSpPr>
          <p:nvPr>
            <p:ph type="body" sz="quarter" idx="19"/>
          </p:nvPr>
        </p:nvSpPr>
        <p:spPr/>
        <p:txBody>
          <a:bodyPr/>
          <a:lstStyle/>
          <a:p>
            <a:r>
              <a:rPr lang="en-GB" noProof="0"/>
              <a:t>Jannik.Schuele@bct-technology.com</a:t>
            </a:r>
          </a:p>
        </p:txBody>
      </p:sp>
      <p:sp>
        <p:nvSpPr>
          <p:cNvPr id="22" name="Textplatzhalter 21">
            <a:extLst>
              <a:ext uri="{FF2B5EF4-FFF2-40B4-BE49-F238E27FC236}">
                <a16:creationId xmlns:a16="http://schemas.microsoft.com/office/drawing/2014/main" id="{277D408D-6A9F-2C74-C8A4-F396E0324351}"/>
              </a:ext>
            </a:extLst>
          </p:cNvPr>
          <p:cNvSpPr>
            <a:spLocks noGrp="1"/>
          </p:cNvSpPr>
          <p:nvPr>
            <p:ph type="body" sz="quarter" idx="20"/>
          </p:nvPr>
        </p:nvSpPr>
        <p:spPr/>
        <p:txBody>
          <a:bodyPr/>
          <a:lstStyle/>
          <a:p>
            <a:r>
              <a:rPr lang="en-GB" noProof="0"/>
              <a:t>+49 151 592 312 12</a:t>
            </a:r>
          </a:p>
        </p:txBody>
      </p:sp>
      <p:pic>
        <p:nvPicPr>
          <p:cNvPr id="36" name="Bildplatzhalter 35">
            <a:extLst>
              <a:ext uri="{FF2B5EF4-FFF2-40B4-BE49-F238E27FC236}">
                <a16:creationId xmlns:a16="http://schemas.microsoft.com/office/drawing/2014/main" id="{316E9416-3B41-5736-49F4-3E3E28C7222B}"/>
              </a:ext>
            </a:extLst>
          </p:cNvPr>
          <p:cNvPicPr>
            <a:picLocks noGrp="1" noChangeAspect="1"/>
          </p:cNvPicPr>
          <p:nvPr>
            <p:ph type="pic" sz="quarter" idx="21"/>
          </p:nvPr>
        </p:nvPicPr>
        <p:blipFill>
          <a:blip r:embed="rId6"/>
          <a:srcRect l="8339" r="8339"/>
          <a:stretch/>
        </p:blipFill>
        <p:spPr bwMode="black">
          <a:prstGeom prst="rect">
            <a:avLst/>
          </a:prstGeom>
        </p:spPr>
      </p:pic>
      <p:sp>
        <p:nvSpPr>
          <p:cNvPr id="24" name="Textplatzhalter 23">
            <a:extLst>
              <a:ext uri="{FF2B5EF4-FFF2-40B4-BE49-F238E27FC236}">
                <a16:creationId xmlns:a16="http://schemas.microsoft.com/office/drawing/2014/main" id="{E4D46339-D54B-C598-F31F-B56C8D1DEAC1}"/>
              </a:ext>
            </a:extLst>
          </p:cNvPr>
          <p:cNvSpPr>
            <a:spLocks noGrp="1"/>
          </p:cNvSpPr>
          <p:nvPr>
            <p:ph type="body" sz="quarter" idx="22"/>
          </p:nvPr>
        </p:nvSpPr>
        <p:spPr/>
        <p:txBody>
          <a:bodyPr/>
          <a:lstStyle/>
          <a:p>
            <a:r>
              <a:rPr lang="en-GB" noProof="0"/>
              <a:t>Sascha Ellmer</a:t>
            </a:r>
          </a:p>
        </p:txBody>
      </p:sp>
      <p:sp>
        <p:nvSpPr>
          <p:cNvPr id="25" name="Textplatzhalter 24">
            <a:extLst>
              <a:ext uri="{FF2B5EF4-FFF2-40B4-BE49-F238E27FC236}">
                <a16:creationId xmlns:a16="http://schemas.microsoft.com/office/drawing/2014/main" id="{D5BCF7B4-2561-5DAB-7140-EAE29AE01D58}"/>
              </a:ext>
            </a:extLst>
          </p:cNvPr>
          <p:cNvSpPr>
            <a:spLocks noGrp="1"/>
          </p:cNvSpPr>
          <p:nvPr>
            <p:ph type="body" sz="quarter" idx="23"/>
          </p:nvPr>
        </p:nvSpPr>
        <p:spPr>
          <a:xfrm>
            <a:off x="4679998" y="3942756"/>
            <a:ext cx="3552006" cy="288000"/>
          </a:xfrm>
        </p:spPr>
        <p:txBody>
          <a:bodyPr/>
          <a:lstStyle/>
          <a:p>
            <a:r>
              <a:rPr lang="en-GB" noProof="0"/>
              <a:t>Leiter </a:t>
            </a:r>
            <a:r>
              <a:rPr lang="en-GB" noProof="0" err="1"/>
              <a:t>Auftrags</a:t>
            </a:r>
            <a:r>
              <a:rPr lang="en-GB" noProof="0"/>
              <a:t>- &amp; </a:t>
            </a:r>
            <a:r>
              <a:rPr lang="en-GB" noProof="0" err="1"/>
              <a:t>Projektabwicklung</a:t>
            </a:r>
            <a:r>
              <a:rPr lang="en-GB" noProof="0"/>
              <a:t>, </a:t>
            </a:r>
            <a:r>
              <a:rPr lang="en-GB" noProof="0" err="1"/>
              <a:t>Prokurist</a:t>
            </a:r>
            <a:endParaRPr lang="en-GB" noProof="0"/>
          </a:p>
        </p:txBody>
      </p:sp>
      <p:pic>
        <p:nvPicPr>
          <p:cNvPr id="44" name="Bildplatzhalter 43">
            <a:hlinkClick r:id="rId7"/>
            <a:extLst>
              <a:ext uri="{FF2B5EF4-FFF2-40B4-BE49-F238E27FC236}">
                <a16:creationId xmlns:a16="http://schemas.microsoft.com/office/drawing/2014/main" id="{CDAD64A1-C8D7-67A9-EB66-4E4A58E4B91A}"/>
              </a:ext>
            </a:extLst>
          </p:cNvPr>
          <p:cNvPicPr>
            <a:picLocks noGrp="1" noChangeAspect="1"/>
          </p:cNvPicPr>
          <p:nvPr>
            <p:ph type="pic" sz="quarter" idx="24"/>
          </p:nvPr>
        </p:nvPicPr>
        <p:blipFill>
          <a:blip r:embed="rId5"/>
          <a:srcRect t="918" b="918"/>
          <a:stretch/>
        </p:blipFill>
        <p:spPr bwMode="black">
          <a:prstGeom prst="rect">
            <a:avLst/>
          </a:prstGeom>
        </p:spPr>
      </p:pic>
      <p:sp>
        <p:nvSpPr>
          <p:cNvPr id="27" name="Textplatzhalter 26">
            <a:extLst>
              <a:ext uri="{FF2B5EF4-FFF2-40B4-BE49-F238E27FC236}">
                <a16:creationId xmlns:a16="http://schemas.microsoft.com/office/drawing/2014/main" id="{4FD1F643-F32F-E6D4-58A9-249CAF121F82}"/>
              </a:ext>
            </a:extLst>
          </p:cNvPr>
          <p:cNvSpPr>
            <a:spLocks noGrp="1"/>
          </p:cNvSpPr>
          <p:nvPr>
            <p:ph type="body" sz="quarter" idx="25"/>
          </p:nvPr>
        </p:nvSpPr>
        <p:spPr/>
        <p:txBody>
          <a:bodyPr/>
          <a:lstStyle/>
          <a:p>
            <a:r>
              <a:rPr lang="en-GB" noProof="0"/>
              <a:t>sascha.ellmer@bct-technology.com</a:t>
            </a:r>
          </a:p>
        </p:txBody>
      </p:sp>
      <p:sp>
        <p:nvSpPr>
          <p:cNvPr id="28" name="Textplatzhalter 27">
            <a:extLst>
              <a:ext uri="{FF2B5EF4-FFF2-40B4-BE49-F238E27FC236}">
                <a16:creationId xmlns:a16="http://schemas.microsoft.com/office/drawing/2014/main" id="{CAE3481B-B984-5E34-A770-55F412CC68C2}"/>
              </a:ext>
            </a:extLst>
          </p:cNvPr>
          <p:cNvSpPr>
            <a:spLocks noGrp="1"/>
          </p:cNvSpPr>
          <p:nvPr>
            <p:ph type="body" sz="quarter" idx="26"/>
          </p:nvPr>
        </p:nvSpPr>
        <p:spPr/>
        <p:txBody>
          <a:bodyPr/>
          <a:lstStyle/>
          <a:p>
            <a:r>
              <a:rPr lang="en-GB" noProof="0"/>
              <a:t>+49 173 922 9612</a:t>
            </a:r>
          </a:p>
        </p:txBody>
      </p:sp>
      <p:sp>
        <p:nvSpPr>
          <p:cNvPr id="30" name="Textplatzhalter 29">
            <a:extLst>
              <a:ext uri="{FF2B5EF4-FFF2-40B4-BE49-F238E27FC236}">
                <a16:creationId xmlns:a16="http://schemas.microsoft.com/office/drawing/2014/main" id="{463D7535-B349-3ED3-EE60-A5493E0EA17B}"/>
              </a:ext>
            </a:extLst>
          </p:cNvPr>
          <p:cNvSpPr>
            <a:spLocks noGrp="1"/>
          </p:cNvSpPr>
          <p:nvPr>
            <p:ph type="body" sz="quarter" idx="28"/>
          </p:nvPr>
        </p:nvSpPr>
        <p:spPr/>
        <p:txBody>
          <a:bodyPr/>
          <a:lstStyle/>
          <a:p>
            <a:r>
              <a:rPr lang="en-GB" noProof="0"/>
              <a:t>Marko Weber</a:t>
            </a:r>
          </a:p>
        </p:txBody>
      </p:sp>
      <p:sp>
        <p:nvSpPr>
          <p:cNvPr id="31" name="Textplatzhalter 30">
            <a:extLst>
              <a:ext uri="{FF2B5EF4-FFF2-40B4-BE49-F238E27FC236}">
                <a16:creationId xmlns:a16="http://schemas.microsoft.com/office/drawing/2014/main" id="{72BC1195-25FB-345E-C603-55742ABABF6D}"/>
              </a:ext>
            </a:extLst>
          </p:cNvPr>
          <p:cNvSpPr>
            <a:spLocks noGrp="1"/>
          </p:cNvSpPr>
          <p:nvPr>
            <p:ph type="body" sz="quarter" idx="29"/>
          </p:nvPr>
        </p:nvSpPr>
        <p:spPr/>
        <p:txBody>
          <a:bodyPr/>
          <a:lstStyle/>
          <a:p>
            <a:r>
              <a:rPr lang="en-GB" noProof="0"/>
              <a:t>Head of Product Development</a:t>
            </a:r>
          </a:p>
        </p:txBody>
      </p:sp>
      <p:pic>
        <p:nvPicPr>
          <p:cNvPr id="46" name="Bildplatzhalter 45">
            <a:hlinkClick r:id="rId8"/>
            <a:extLst>
              <a:ext uri="{FF2B5EF4-FFF2-40B4-BE49-F238E27FC236}">
                <a16:creationId xmlns:a16="http://schemas.microsoft.com/office/drawing/2014/main" id="{E150D3E8-DB56-578D-86EB-ABA776D44FC5}"/>
              </a:ext>
            </a:extLst>
          </p:cNvPr>
          <p:cNvPicPr>
            <a:picLocks noGrp="1" noChangeAspect="1"/>
          </p:cNvPicPr>
          <p:nvPr>
            <p:ph type="pic" sz="quarter" idx="30"/>
          </p:nvPr>
        </p:nvPicPr>
        <p:blipFill>
          <a:blip r:embed="rId5"/>
          <a:srcRect t="919" b="919"/>
          <a:stretch/>
        </p:blipFill>
        <p:spPr bwMode="black">
          <a:prstGeom prst="rect">
            <a:avLst/>
          </a:prstGeom>
        </p:spPr>
      </p:pic>
      <p:sp>
        <p:nvSpPr>
          <p:cNvPr id="33" name="Textplatzhalter 32">
            <a:extLst>
              <a:ext uri="{FF2B5EF4-FFF2-40B4-BE49-F238E27FC236}">
                <a16:creationId xmlns:a16="http://schemas.microsoft.com/office/drawing/2014/main" id="{E7A0437F-C4C7-85C6-B6F6-6276A7A9AC54}"/>
              </a:ext>
            </a:extLst>
          </p:cNvPr>
          <p:cNvSpPr>
            <a:spLocks noGrp="1"/>
          </p:cNvSpPr>
          <p:nvPr>
            <p:ph type="body" sz="quarter" idx="31"/>
          </p:nvPr>
        </p:nvSpPr>
        <p:spPr/>
        <p:txBody>
          <a:bodyPr/>
          <a:lstStyle/>
          <a:p>
            <a:r>
              <a:rPr lang="en-GB" noProof="0"/>
              <a:t>Marko.Weber@bct-technology.com</a:t>
            </a:r>
          </a:p>
        </p:txBody>
      </p:sp>
      <p:sp>
        <p:nvSpPr>
          <p:cNvPr id="34" name="Textplatzhalter 33">
            <a:extLst>
              <a:ext uri="{FF2B5EF4-FFF2-40B4-BE49-F238E27FC236}">
                <a16:creationId xmlns:a16="http://schemas.microsoft.com/office/drawing/2014/main" id="{5DFA57BE-4FF0-D5A3-1F51-78D1A471C587}"/>
              </a:ext>
            </a:extLst>
          </p:cNvPr>
          <p:cNvSpPr>
            <a:spLocks noGrp="1"/>
          </p:cNvSpPr>
          <p:nvPr>
            <p:ph type="body" sz="quarter" idx="32"/>
          </p:nvPr>
        </p:nvSpPr>
        <p:spPr/>
        <p:txBody>
          <a:bodyPr/>
          <a:lstStyle/>
          <a:p>
            <a:r>
              <a:rPr lang="en-GB" noProof="0"/>
              <a:t>+49 162 965 3660</a:t>
            </a:r>
          </a:p>
        </p:txBody>
      </p:sp>
      <p:pic>
        <p:nvPicPr>
          <p:cNvPr id="6" name="Bildplatzhalter 5">
            <a:extLst>
              <a:ext uri="{FF2B5EF4-FFF2-40B4-BE49-F238E27FC236}">
                <a16:creationId xmlns:a16="http://schemas.microsoft.com/office/drawing/2014/main" id="{5BF89231-2080-441F-47FA-BA388C08C09A}"/>
              </a:ext>
            </a:extLst>
          </p:cNvPr>
          <p:cNvPicPr>
            <a:picLocks noGrp="1" noChangeAspect="1"/>
          </p:cNvPicPr>
          <p:nvPr>
            <p:ph type="pic" sz="quarter" idx="27"/>
          </p:nvPr>
        </p:nvPicPr>
        <p:blipFill>
          <a:blip r:embed="rId9">
            <a:extLst>
              <a:ext uri="{28A0092B-C50C-407E-A947-70E740481C1C}">
                <a14:useLocalDpi xmlns:a14="http://schemas.microsoft.com/office/drawing/2010/main" val="0"/>
              </a:ext>
            </a:extLst>
          </a:blip>
          <a:srcRect l="27952" r="29631" b="23630"/>
          <a:stretch>
            <a:fillRect/>
          </a:stretch>
        </p:blipFill>
        <p:spPr bwMode="black">
          <a:xfrm>
            <a:off x="8279998" y="1242000"/>
            <a:ext cx="1800000" cy="2160000"/>
          </a:xfrm>
          <a:prstGeom prst="rect">
            <a:avLst/>
          </a:prstGeom>
        </p:spPr>
      </p:pic>
    </p:spTree>
    <p:extLst>
      <p:ext uri="{BB962C8B-B14F-4D97-AF65-F5344CB8AC3E}">
        <p14:creationId xmlns:p14="http://schemas.microsoft.com/office/powerpoint/2010/main" val="974686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A73820-F62A-D355-A9DD-DC3DDD88C83C}"/>
              </a:ext>
            </a:extLst>
          </p:cNvPr>
          <p:cNvSpPr>
            <a:spLocks noGrp="1"/>
          </p:cNvSpPr>
          <p:nvPr>
            <p:ph type="title"/>
          </p:nvPr>
        </p:nvSpPr>
        <p:spPr>
          <a:xfrm>
            <a:off x="359999" y="360000"/>
            <a:ext cx="11520000" cy="648000"/>
          </a:xfrm>
        </p:spPr>
        <p:txBody>
          <a:bodyPr vert="horz" lIns="0" tIns="0" rIns="180000" bIns="0" rtlCol="0" anchor="t" anchorCtr="0">
            <a:normAutofit/>
          </a:bodyPr>
          <a:lstStyle/>
          <a:p>
            <a:r>
              <a:rPr lang="en-GB" noProof="0"/>
              <a:t>BCT as part of ​</a:t>
            </a:r>
            <a:r>
              <a:rPr lang="en-GB" noProof="0" err="1"/>
              <a:t>Badische</a:t>
            </a:r>
            <a:r>
              <a:rPr lang="en-GB" noProof="0"/>
              <a:t> </a:t>
            </a:r>
            <a:r>
              <a:rPr lang="en-GB" noProof="0" err="1"/>
              <a:t>Stahlwerke</a:t>
            </a:r>
            <a:r>
              <a:rPr lang="en-GB" noProof="0"/>
              <a:t>​​</a:t>
            </a:r>
            <a:endParaRPr lang="en-GB" sz="1400" b="1" kern="1200" noProof="0">
              <a:latin typeface="+mj-lt"/>
              <a:ea typeface="+mj-ea"/>
              <a:cs typeface="+mj-cs"/>
            </a:endParaRPr>
          </a:p>
        </p:txBody>
      </p:sp>
      <p:sp>
        <p:nvSpPr>
          <p:cNvPr id="3" name="Fußzeilenplatzhalter 2">
            <a:extLst>
              <a:ext uri="{FF2B5EF4-FFF2-40B4-BE49-F238E27FC236}">
                <a16:creationId xmlns:a16="http://schemas.microsoft.com/office/drawing/2014/main" id="{2504D1AF-A55D-D42D-DE51-C49CAEE966B3}"/>
              </a:ext>
            </a:extLst>
          </p:cNvPr>
          <p:cNvSpPr>
            <a:spLocks noGrp="1"/>
          </p:cNvSpPr>
          <p:nvPr>
            <p:ph type="ftr" sz="quarter" idx="10"/>
          </p:nvPr>
        </p:nvSpPr>
        <p:spPr>
          <a:xfrm>
            <a:off x="359999" y="6393960"/>
            <a:ext cx="2160000" cy="216000"/>
          </a:xfrm>
        </p:spPr>
        <p:txBody>
          <a:bodyPr vert="horz" lIns="0" tIns="0" rIns="0" bIns="0" rtlCol="0" anchor="b" anchorCtr="0">
            <a:normAutofit/>
          </a:bodyPr>
          <a:lstStyle/>
          <a:p>
            <a:pPr defTabSz="914309">
              <a:spcAft>
                <a:spcPts val="600"/>
              </a:spcAft>
              <a:buClr>
                <a:srgbClr val="009999"/>
              </a:buClr>
            </a:pPr>
            <a:r>
              <a:rPr lang="en-GB" b="0" kern="0" noProof="0">
                <a:latin typeface="+mn-lt"/>
                <a:ea typeface="+mn-ea"/>
                <a:cs typeface="+mn-cs"/>
              </a:rPr>
              <a:t> © BCT Technology AG 2026</a:t>
            </a:r>
          </a:p>
        </p:txBody>
      </p:sp>
      <p:sp>
        <p:nvSpPr>
          <p:cNvPr id="5" name="Textplatzhalter 5">
            <a:extLst>
              <a:ext uri="{FF2B5EF4-FFF2-40B4-BE49-F238E27FC236}">
                <a16:creationId xmlns:a16="http://schemas.microsoft.com/office/drawing/2014/main" id="{BA7999F7-4BD3-FE4C-3EF7-D68A00FEE956}"/>
              </a:ext>
            </a:extLst>
          </p:cNvPr>
          <p:cNvSpPr>
            <a:spLocks noGrp="1"/>
          </p:cNvSpPr>
          <p:nvPr/>
        </p:nvSpPr>
        <p:spPr bwMode="black">
          <a:xfrm>
            <a:off x="359998" y="1966020"/>
            <a:ext cx="5736001" cy="3973980"/>
          </a:xfrm>
          <a:prstGeom prst="rect">
            <a:avLst/>
          </a:prstGeom>
        </p:spPr>
        <p:txBody>
          <a:bodyPr vert="horz" lIns="108000" tIns="72000" rIns="72000" bIns="72000" rtlCol="0">
            <a:normAutofit/>
          </a:bodyPr>
          <a:lstStyle>
            <a:lvl1pPr marL="0" indent="0" algn="l" defTabSz="913760" rtl="0" eaLnBrk="1" latinLnBrk="0" hangingPunct="1">
              <a:lnSpc>
                <a:spcPct val="110000"/>
              </a:lnSpc>
              <a:spcBef>
                <a:spcPts val="0"/>
              </a:spcBef>
              <a:buFont typeface="Arial" panose="020B0604020202020204" pitchFamily="34" charset="0"/>
              <a:buNone/>
              <a:defRPr sz="3198" kern="1200">
                <a:solidFill>
                  <a:schemeClr val="bg1"/>
                </a:solidFill>
                <a:latin typeface="+mn-lt"/>
                <a:ea typeface="+mn-ea"/>
                <a:cs typeface="+mn-cs"/>
              </a:defRPr>
            </a:lvl1pPr>
            <a:lvl2pPr marL="0" indent="0" algn="l" defTabSz="913760" rtl="0" eaLnBrk="1" latinLnBrk="0" hangingPunct="1">
              <a:lnSpc>
                <a:spcPct val="110000"/>
              </a:lnSpc>
              <a:spcBef>
                <a:spcPts val="0"/>
              </a:spcBef>
              <a:buClrTx/>
              <a:buFont typeface="Arial" panose="020B0604020202020204" pitchFamily="34" charset="0"/>
              <a:buNone/>
              <a:defRPr sz="1799" b="1" kern="1200">
                <a:solidFill>
                  <a:schemeClr val="bg1"/>
                </a:solidFill>
                <a:latin typeface="+mn-lt"/>
                <a:ea typeface="+mn-ea"/>
                <a:cs typeface="+mn-cs"/>
              </a:defRPr>
            </a:lvl2pPr>
            <a:lvl3pPr marL="359748" indent="-179874" algn="l" defTabSz="913760" rtl="0" eaLnBrk="1" latinLnBrk="0" hangingPunct="1">
              <a:lnSpc>
                <a:spcPct val="110000"/>
              </a:lnSpc>
              <a:spcBef>
                <a:spcPts val="0"/>
              </a:spcBef>
              <a:buClrTx/>
              <a:buFont typeface="Arial" panose="020B0604020202020204" pitchFamily="34" charset="0"/>
              <a:buChar char="•"/>
              <a:defRPr sz="1799" kern="1200">
                <a:solidFill>
                  <a:schemeClr val="tx1"/>
                </a:solidFill>
                <a:latin typeface="+mn-lt"/>
                <a:ea typeface="+mn-ea"/>
                <a:cs typeface="+mn-cs"/>
              </a:defRPr>
            </a:lvl3pPr>
            <a:lvl4pPr marL="539622" indent="-179874" algn="l" defTabSz="913760" rtl="0" eaLnBrk="1" latinLnBrk="0" hangingPunct="1">
              <a:lnSpc>
                <a:spcPct val="110000"/>
              </a:lnSpc>
              <a:spcBef>
                <a:spcPts val="0"/>
              </a:spcBef>
              <a:buClrTx/>
              <a:buFont typeface="Arial" panose="020B0604020202020204" pitchFamily="34" charset="0"/>
              <a:buChar char="•"/>
              <a:defRPr sz="1799" kern="1200">
                <a:solidFill>
                  <a:schemeClr val="tx1"/>
                </a:solidFill>
                <a:latin typeface="+mn-lt"/>
                <a:ea typeface="+mn-ea"/>
                <a:cs typeface="+mn-cs"/>
              </a:defRPr>
            </a:lvl4pPr>
            <a:lvl5pPr marL="719496" indent="-179874" algn="l" defTabSz="913760" rtl="0" eaLnBrk="1" latinLnBrk="0" hangingPunct="1">
              <a:lnSpc>
                <a:spcPct val="110000"/>
              </a:lnSpc>
              <a:spcBef>
                <a:spcPts val="0"/>
              </a:spcBef>
              <a:buClrTx/>
              <a:buFont typeface="Arial" panose="020B0604020202020204" pitchFamily="34" charset="0"/>
              <a:buChar char="•"/>
              <a:defRPr sz="1799"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3480" indent="-228440" algn="l" defTabSz="913760"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defTabSz="914309">
              <a:spcAft>
                <a:spcPts val="300"/>
              </a:spcAft>
            </a:pPr>
            <a:r>
              <a:rPr lang="en-GB" sz="1600" noProof="0"/>
              <a:t>A world-leading electric steel mill.</a:t>
            </a:r>
            <a:br>
              <a:rPr lang="en-GB" sz="1600" noProof="0"/>
            </a:br>
            <a:endParaRPr lang="en-GB" sz="1600" noProof="0"/>
          </a:p>
          <a:p>
            <a:pPr defTabSz="914309">
              <a:spcAft>
                <a:spcPts val="300"/>
              </a:spcAft>
            </a:pPr>
            <a:r>
              <a:rPr lang="en-GB" sz="1600" noProof="0"/>
              <a:t>Supplies all of Europe with high-quality bar stock </a:t>
            </a:r>
          </a:p>
          <a:p>
            <a:pPr defTabSz="914309">
              <a:spcAft>
                <a:spcPts val="300"/>
              </a:spcAft>
            </a:pPr>
            <a:r>
              <a:rPr lang="en-GB" sz="1600" noProof="0"/>
              <a:t>and wire rod.</a:t>
            </a:r>
            <a:br>
              <a:rPr lang="en-GB" sz="1600" noProof="0"/>
            </a:br>
            <a:endParaRPr lang="en-GB" sz="1600" noProof="0"/>
          </a:p>
          <a:p>
            <a:pPr marL="285750" indent="-285750" defTabSz="914309">
              <a:spcAft>
                <a:spcPts val="300"/>
              </a:spcAft>
              <a:buFont typeface="Arial" panose="020B0604020202020204" pitchFamily="34" charset="0"/>
              <a:buChar char="•"/>
            </a:pPr>
            <a:r>
              <a:rPr lang="en-GB" sz="1600" noProof="0"/>
              <a:t>1,300 employees</a:t>
            </a:r>
          </a:p>
          <a:p>
            <a:pPr marL="285750" indent="-285750" defTabSz="914309">
              <a:spcAft>
                <a:spcPts val="300"/>
              </a:spcAft>
              <a:buFont typeface="Arial" panose="020B0604020202020204" pitchFamily="34" charset="0"/>
              <a:buChar char="•"/>
            </a:pPr>
            <a:r>
              <a:rPr lang="en-GB" sz="1600" noProof="0"/>
              <a:t>12 specialized companies</a:t>
            </a:r>
          </a:p>
          <a:p>
            <a:pPr marL="285750" indent="-285750" defTabSz="914309">
              <a:spcAft>
                <a:spcPts val="300"/>
              </a:spcAft>
              <a:buFont typeface="Arial" panose="020B0604020202020204" pitchFamily="34" charset="0"/>
              <a:buChar char="•"/>
            </a:pPr>
            <a:r>
              <a:rPr lang="en-GB" sz="1600" noProof="0"/>
              <a:t>&gt; 2,000,000 tons of annual steel production</a:t>
            </a:r>
          </a:p>
        </p:txBody>
      </p:sp>
      <p:pic>
        <p:nvPicPr>
          <p:cNvPr id="1028" name="Picture 4" descr="Ein Bild, das Fabrik enthält.&#10;&#10;Automatisch generierte Beschreibung">
            <a:extLst>
              <a:ext uri="{FF2B5EF4-FFF2-40B4-BE49-F238E27FC236}">
                <a16:creationId xmlns:a16="http://schemas.microsoft.com/office/drawing/2014/main" id="{0D17F4E3-5E1C-FAC8-1778-0D1E4931978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01640" y="1584061"/>
            <a:ext cx="6530759" cy="3689878"/>
          </a:xfrm>
          <a:prstGeom prst="rect">
            <a:avLst/>
          </a:prstGeom>
          <a:solidFill>
            <a:srgbClr val="FFFFFF"/>
          </a:solidFill>
        </p:spPr>
      </p:pic>
    </p:spTree>
    <p:extLst>
      <p:ext uri="{BB962C8B-B14F-4D97-AF65-F5344CB8AC3E}">
        <p14:creationId xmlns:p14="http://schemas.microsoft.com/office/powerpoint/2010/main" val="2395222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9F82D3D4-3D99-C3BA-EFB4-28B1AEB288C2}"/>
              </a:ext>
            </a:extLst>
          </p:cNvPr>
          <p:cNvSpPr>
            <a:spLocks noGrp="1"/>
          </p:cNvSpPr>
          <p:nvPr>
            <p:ph type="ftr" sz="quarter" idx="10"/>
          </p:nvPr>
        </p:nvSpPr>
        <p:spPr/>
        <p:txBody>
          <a:bodyPr/>
          <a:lstStyle/>
          <a:p>
            <a:pPr defTabSz="914332">
              <a:buClr>
                <a:srgbClr val="009999"/>
              </a:buClr>
            </a:pPr>
            <a:r>
              <a:rPr lang="en-GB" kern="0" noProof="0"/>
              <a:t>© BCT Technology AG 2026</a:t>
            </a:r>
          </a:p>
        </p:txBody>
      </p:sp>
      <p:sp>
        <p:nvSpPr>
          <p:cNvPr id="6" name="Titel 1">
            <a:extLst>
              <a:ext uri="{FF2B5EF4-FFF2-40B4-BE49-F238E27FC236}">
                <a16:creationId xmlns:a16="http://schemas.microsoft.com/office/drawing/2014/main" id="{648B6927-C0F8-1FED-CA00-62AEB7F3572C}"/>
              </a:ext>
            </a:extLst>
          </p:cNvPr>
          <p:cNvSpPr txBox="1">
            <a:spLocks/>
          </p:cNvSpPr>
          <p:nvPr/>
        </p:nvSpPr>
        <p:spPr>
          <a:xfrm>
            <a:off x="359999" y="360000"/>
            <a:ext cx="11520000" cy="648000"/>
          </a:xfrm>
          <a:prstGeom prst="rect">
            <a:avLst/>
          </a:prstGeom>
        </p:spPr>
        <p:txBody>
          <a:bodyPr vert="horz" lIns="0" tIns="0" rIns="180000" bIns="0" rtlCol="0" anchor="t" anchorCtr="0">
            <a:normAutofit/>
          </a:bodyPr>
          <a:lstStyle>
            <a:lvl1pPr algn="l" defTabSz="914332" rtl="0" eaLnBrk="1" latinLnBrk="0" hangingPunct="1">
              <a:lnSpc>
                <a:spcPct val="90000"/>
              </a:lnSpc>
              <a:spcBef>
                <a:spcPct val="0"/>
              </a:spcBef>
              <a:buNone/>
              <a:defRPr sz="2000" b="1" kern="1200">
                <a:solidFill>
                  <a:srgbClr val="009999"/>
                </a:solidFill>
                <a:latin typeface="+mj-lt"/>
                <a:ea typeface="+mj-ea"/>
                <a:cs typeface="+mj-cs"/>
              </a:defRPr>
            </a:lvl1pPr>
          </a:lstStyle>
          <a:p>
            <a:r>
              <a:rPr lang="en-GB" sz="2400" noProof="0">
                <a:solidFill>
                  <a:schemeClr val="bg1"/>
                </a:solidFill>
              </a:rPr>
              <a:t>BCT Technology AG – Who We Are</a:t>
            </a:r>
            <a:r>
              <a:rPr lang="en-GB" sz="2400" b="0" noProof="0">
                <a:solidFill>
                  <a:schemeClr val="bg1"/>
                </a:solidFill>
              </a:rPr>
              <a:t>​</a:t>
            </a:r>
            <a:endParaRPr lang="en-GB" sz="2400" noProof="0">
              <a:solidFill>
                <a:schemeClr val="bg1"/>
              </a:solidFill>
            </a:endParaRPr>
          </a:p>
        </p:txBody>
      </p:sp>
      <p:sp>
        <p:nvSpPr>
          <p:cNvPr id="8" name="Rechteck 7">
            <a:extLst>
              <a:ext uri="{FF2B5EF4-FFF2-40B4-BE49-F238E27FC236}">
                <a16:creationId xmlns:a16="http://schemas.microsoft.com/office/drawing/2014/main" id="{8A0ED043-2D5E-78E4-A6D3-5D90D4E6A980}"/>
              </a:ext>
            </a:extLst>
          </p:cNvPr>
          <p:cNvSpPr/>
          <p:nvPr/>
        </p:nvSpPr>
        <p:spPr bwMode="auto">
          <a:xfrm>
            <a:off x="5532574" y="3908529"/>
            <a:ext cx="2051805" cy="3009322"/>
          </a:xfrm>
          <a:prstGeom prst="rect">
            <a:avLst/>
          </a:prstGeom>
          <a:solidFill>
            <a:srgbClr val="DB0027"/>
          </a:solidFill>
          <a:ln>
            <a:noFill/>
          </a:ln>
          <a:effectLst/>
        </p:spPr>
        <p:txBody>
          <a:bodyPr wrap="square" lIns="108000" tIns="54000" rIns="108000" bIns="54000" numCol="1" spcCol="72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spcBef>
                <a:spcPct val="0"/>
              </a:spcBef>
              <a:buFont typeface="Wingdings" charset="0"/>
              <a:buNone/>
            </a:pPr>
            <a:endParaRPr lang="en-GB" sz="1800" noProof="0">
              <a:solidFill>
                <a:schemeClr val="tx1"/>
              </a:solidFill>
              <a:latin typeface="+mn-lt"/>
              <a:ea typeface="Arial Unicode MS" panose="020B0604020202020204" pitchFamily="34" charset="-128"/>
              <a:cs typeface="Arial Unicode MS" panose="020B0604020202020204" pitchFamily="34" charset="-128"/>
            </a:endParaRPr>
          </a:p>
        </p:txBody>
      </p:sp>
      <p:sp>
        <p:nvSpPr>
          <p:cNvPr id="9" name="Rechteck 8">
            <a:extLst>
              <a:ext uri="{FF2B5EF4-FFF2-40B4-BE49-F238E27FC236}">
                <a16:creationId xmlns:a16="http://schemas.microsoft.com/office/drawing/2014/main" id="{53F60DFD-F89B-AE3A-2CEE-E2CDBE3E0621}"/>
              </a:ext>
            </a:extLst>
          </p:cNvPr>
          <p:cNvSpPr/>
          <p:nvPr/>
        </p:nvSpPr>
        <p:spPr bwMode="auto">
          <a:xfrm>
            <a:off x="-64591" y="5069916"/>
            <a:ext cx="3517978" cy="1800000"/>
          </a:xfrm>
          <a:prstGeom prst="rect">
            <a:avLst/>
          </a:prstGeom>
          <a:solidFill>
            <a:srgbClr val="BECDD7"/>
          </a:solidFill>
          <a:ln w="9525">
            <a:noFill/>
            <a:miter lim="800000"/>
            <a:headEnd/>
            <a:tailEnd/>
          </a:ln>
          <a:effectLst/>
        </p:spPr>
        <p:txBody>
          <a:bodyPr wrap="square" lIns="108000" tIns="54000" rIns="108000" bIns="54000" numCol="1" spcCol="72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ct val="0"/>
              </a:spcBef>
              <a:spcAft>
                <a:spcPts val="800"/>
              </a:spcAft>
            </a:pPr>
            <a:r>
              <a:rPr lang="en-GB" sz="2400" b="1" noProof="0">
                <a:latin typeface="Arial" panose="020B0604020202020204" pitchFamily="34" charset="0"/>
                <a:cs typeface="Arial" panose="020B0604020202020204" pitchFamily="34" charset="0"/>
              </a:rPr>
              <a:t>    </a:t>
            </a:r>
            <a:endParaRPr lang="en-GB" b="1" noProof="0">
              <a:latin typeface="Arial" panose="020B0604020202020204" pitchFamily="34" charset="0"/>
              <a:cs typeface="Arial" panose="020B0604020202020204" pitchFamily="34" charset="0"/>
            </a:endParaRPr>
          </a:p>
        </p:txBody>
      </p:sp>
      <p:sp>
        <p:nvSpPr>
          <p:cNvPr id="10" name="object 3">
            <a:extLst>
              <a:ext uri="{FF2B5EF4-FFF2-40B4-BE49-F238E27FC236}">
                <a16:creationId xmlns:a16="http://schemas.microsoft.com/office/drawing/2014/main" id="{F5447602-3E1B-66E1-0B84-C6AD269B375E}"/>
              </a:ext>
            </a:extLst>
          </p:cNvPr>
          <p:cNvSpPr/>
          <p:nvPr/>
        </p:nvSpPr>
        <p:spPr>
          <a:xfrm>
            <a:off x="-75562" y="3248589"/>
            <a:ext cx="3527530" cy="1836000"/>
          </a:xfrm>
          <a:custGeom>
            <a:avLst/>
            <a:gdLst/>
            <a:ahLst/>
            <a:cxnLst/>
            <a:rect l="l" t="t" r="r" b="b"/>
            <a:pathLst>
              <a:path w="3482975" h="1654175">
                <a:moveTo>
                  <a:pt x="0" y="1653959"/>
                </a:moveTo>
                <a:lnTo>
                  <a:pt x="3482581" y="1653959"/>
                </a:lnTo>
                <a:lnTo>
                  <a:pt x="3482581" y="0"/>
                </a:lnTo>
                <a:lnTo>
                  <a:pt x="0" y="0"/>
                </a:lnTo>
                <a:lnTo>
                  <a:pt x="0" y="1653959"/>
                </a:lnTo>
                <a:close/>
              </a:path>
            </a:pathLst>
          </a:custGeom>
          <a:solidFill>
            <a:srgbClr val="225988"/>
          </a:solidFill>
          <a:ln>
            <a:noFill/>
          </a:ln>
        </p:spPr>
        <p:txBody>
          <a:bodyPr wrap="square" lIns="0" tIns="0" rIns="0" bIns="0" rtlCol="0"/>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noProof="0"/>
          </a:p>
        </p:txBody>
      </p:sp>
      <p:sp>
        <p:nvSpPr>
          <p:cNvPr id="11" name="object 22">
            <a:extLst>
              <a:ext uri="{FF2B5EF4-FFF2-40B4-BE49-F238E27FC236}">
                <a16:creationId xmlns:a16="http://schemas.microsoft.com/office/drawing/2014/main" id="{8A03A5AF-D99F-C73F-5966-13CB882D455A}"/>
              </a:ext>
            </a:extLst>
          </p:cNvPr>
          <p:cNvSpPr txBox="1">
            <a:spLocks/>
          </p:cNvSpPr>
          <p:nvPr/>
        </p:nvSpPr>
        <p:spPr>
          <a:xfrm>
            <a:off x="5717431" y="4026734"/>
            <a:ext cx="1584008" cy="843821"/>
          </a:xfrm>
          <a:prstGeom prst="rect">
            <a:avLst/>
          </a:prstGeom>
        </p:spPr>
        <p:txBody>
          <a:bodyPr vert="horz" wrap="square" lIns="0" tIns="12700" rIns="0" bIns="0" rtlCol="0" anchor="t" anchorCtr="0">
            <a:spAutoFit/>
          </a:bodyPr>
          <a:lstStyle>
            <a:defPPr>
              <a:defRPr lang="de-DE"/>
            </a:defPPr>
            <a:lvl1pPr marL="0" algn="l" defTabSz="913760" rtl="0" eaLnBrk="1" latinLnBrk="0" hangingPunct="1">
              <a:lnSpc>
                <a:spcPct val="90000"/>
              </a:lnSpc>
              <a:spcBef>
                <a:spcPct val="0"/>
              </a:spcBef>
              <a:buNone/>
              <a:defRPr sz="2198" b="1"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r">
              <a:lnSpc>
                <a:spcPct val="100000"/>
              </a:lnSpc>
              <a:spcBef>
                <a:spcPts val="100"/>
              </a:spcBef>
            </a:pPr>
            <a:r>
              <a:rPr lang="en-GB" sz="5400" spc="-245" noProof="0">
                <a:solidFill>
                  <a:srgbClr val="FFFFFF"/>
                </a:solidFill>
                <a:latin typeface="+mn-lt"/>
                <a:cs typeface="Tahoma"/>
              </a:rPr>
              <a:t>100+</a:t>
            </a:r>
            <a:endParaRPr lang="en-GB" sz="1400" noProof="0">
              <a:latin typeface="+mn-lt"/>
              <a:cs typeface="Tahoma"/>
            </a:endParaRPr>
          </a:p>
        </p:txBody>
      </p:sp>
      <p:sp>
        <p:nvSpPr>
          <p:cNvPr id="29" name="object 31">
            <a:extLst>
              <a:ext uri="{FF2B5EF4-FFF2-40B4-BE49-F238E27FC236}">
                <a16:creationId xmlns:a16="http://schemas.microsoft.com/office/drawing/2014/main" id="{C576A43F-6AC8-662A-CA8B-629DA512C0F3}"/>
              </a:ext>
            </a:extLst>
          </p:cNvPr>
          <p:cNvSpPr/>
          <p:nvPr/>
        </p:nvSpPr>
        <p:spPr>
          <a:xfrm>
            <a:off x="-28952" y="1409797"/>
            <a:ext cx="3500809" cy="1836000"/>
          </a:xfrm>
          <a:custGeom>
            <a:avLst/>
            <a:gdLst/>
            <a:ahLst/>
            <a:cxnLst/>
            <a:rect l="l" t="t" r="r" b="b"/>
            <a:pathLst>
              <a:path w="3481704" h="2689859">
                <a:moveTo>
                  <a:pt x="3481412" y="2689390"/>
                </a:moveTo>
                <a:lnTo>
                  <a:pt x="3481412" y="0"/>
                </a:lnTo>
                <a:lnTo>
                  <a:pt x="0" y="0"/>
                </a:lnTo>
                <a:lnTo>
                  <a:pt x="0" y="2689390"/>
                </a:lnTo>
                <a:lnTo>
                  <a:pt x="3481412" y="2689390"/>
                </a:lnTo>
                <a:close/>
              </a:path>
            </a:pathLst>
          </a:custGeom>
          <a:solidFill>
            <a:srgbClr val="DB0027"/>
          </a:solidFill>
          <a:ln>
            <a:noFill/>
          </a:ln>
        </p:spPr>
        <p:txBody>
          <a:bodyPr wrap="square" lIns="0" tIns="0" rIns="0" bIns="0" rtlCol="0"/>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noProof="0"/>
          </a:p>
        </p:txBody>
      </p:sp>
      <p:sp>
        <p:nvSpPr>
          <p:cNvPr id="13" name="Textfeld 58">
            <a:extLst>
              <a:ext uri="{FF2B5EF4-FFF2-40B4-BE49-F238E27FC236}">
                <a16:creationId xmlns:a16="http://schemas.microsoft.com/office/drawing/2014/main" id="{DB170B97-BBBB-23AA-EDAF-8BD489304DD1}"/>
              </a:ext>
            </a:extLst>
          </p:cNvPr>
          <p:cNvSpPr txBox="1"/>
          <p:nvPr/>
        </p:nvSpPr>
        <p:spPr>
          <a:xfrm>
            <a:off x="276127" y="1610231"/>
            <a:ext cx="3024335" cy="1593513"/>
          </a:xfrm>
          <a:prstGeom prst="rect">
            <a:avLst/>
          </a:prstGeom>
          <a:noFill/>
        </p:spPr>
        <p:txBody>
          <a:bodyPr wrap="square" lIns="0" tIns="0" rIns="0" bIns="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spcBef>
                <a:spcPct val="0"/>
              </a:spcBef>
              <a:buFont typeface="Wingdings" charset="0"/>
              <a:buNone/>
            </a:pPr>
            <a:r>
              <a:rPr lang="en-GB" sz="2400" b="1" noProof="0">
                <a:solidFill>
                  <a:schemeClr val="bg1"/>
                </a:solidFill>
                <a:ea typeface="Arial Unicode MS" panose="020B0604020202020204" pitchFamily="34" charset="-128"/>
                <a:cs typeface="Arial Unicode MS" panose="020B0604020202020204" pitchFamily="34" charset="-128"/>
              </a:rPr>
              <a:t>INDUSTRY FOCUS </a:t>
            </a:r>
          </a:p>
          <a:p>
            <a:pPr algn="r">
              <a:lnSpc>
                <a:spcPct val="110000"/>
              </a:lnSpc>
              <a:spcBef>
                <a:spcPct val="0"/>
              </a:spcBef>
              <a:buFont typeface="Wingdings" charset="0"/>
              <a:buNone/>
            </a:pPr>
            <a:r>
              <a:rPr lang="en-GB" sz="2400" b="1" noProof="0">
                <a:solidFill>
                  <a:schemeClr val="bg1"/>
                </a:solidFill>
                <a:ea typeface="Arial Unicode MS" panose="020B0604020202020204" pitchFamily="34" charset="-128"/>
                <a:cs typeface="Arial Unicode MS" panose="020B0604020202020204" pitchFamily="34" charset="-128"/>
              </a:rPr>
              <a:t>Mechanical Engineering, Electronics</a:t>
            </a:r>
          </a:p>
        </p:txBody>
      </p:sp>
      <p:sp>
        <p:nvSpPr>
          <p:cNvPr id="14" name="Textfeld 61">
            <a:extLst>
              <a:ext uri="{FF2B5EF4-FFF2-40B4-BE49-F238E27FC236}">
                <a16:creationId xmlns:a16="http://schemas.microsoft.com/office/drawing/2014/main" id="{104D1767-51F3-D88C-3925-6622782AF332}"/>
              </a:ext>
            </a:extLst>
          </p:cNvPr>
          <p:cNvSpPr txBox="1"/>
          <p:nvPr/>
        </p:nvSpPr>
        <p:spPr>
          <a:xfrm>
            <a:off x="1395946" y="5192377"/>
            <a:ext cx="914400" cy="914400"/>
          </a:xfrm>
          <a:prstGeom prst="rect">
            <a:avLst/>
          </a:prstGeom>
          <a:noFill/>
        </p:spPr>
        <p:txBody>
          <a:bodyPr wrap="none" lIns="0" tIns="0" rIns="0" bIns="0" rtlCol="0">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0"/>
              </a:spcBef>
            </a:pPr>
            <a:endParaRPr lang="en-GB" sz="1200" noProof="0">
              <a:solidFill>
                <a:schemeClr val="tx1"/>
              </a:solidFill>
              <a:latin typeface="+mn-lt"/>
              <a:ea typeface="Arial Unicode MS" panose="020B0604020202020204" pitchFamily="34" charset="-128"/>
              <a:cs typeface="Arial Unicode MS" panose="020B0604020202020204" pitchFamily="34" charset="-128"/>
            </a:endParaRPr>
          </a:p>
        </p:txBody>
      </p:sp>
      <p:sp>
        <p:nvSpPr>
          <p:cNvPr id="15" name="Textfeld 66">
            <a:extLst>
              <a:ext uri="{FF2B5EF4-FFF2-40B4-BE49-F238E27FC236}">
                <a16:creationId xmlns:a16="http://schemas.microsoft.com/office/drawing/2014/main" id="{7D74A52B-4E81-2657-4C8B-27C2D4036C9F}"/>
              </a:ext>
            </a:extLst>
          </p:cNvPr>
          <p:cNvSpPr txBox="1"/>
          <p:nvPr/>
        </p:nvSpPr>
        <p:spPr>
          <a:xfrm>
            <a:off x="495143" y="5285361"/>
            <a:ext cx="2805319" cy="1576522"/>
          </a:xfrm>
          <a:prstGeom prst="rect">
            <a:avLst/>
          </a:prstGeom>
          <a:noFill/>
        </p:spPr>
        <p:txBody>
          <a:bodyPr wrap="non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spcBef>
                <a:spcPct val="0"/>
              </a:spcBef>
              <a:spcAft>
                <a:spcPts val="800"/>
              </a:spcAft>
            </a:pPr>
            <a:r>
              <a:rPr lang="en-GB" sz="2000" b="1" noProof="0">
                <a:latin typeface="Arial" panose="020B0604020202020204" pitchFamily="34" charset="0"/>
                <a:cs typeface="Arial" panose="020B0604020202020204" pitchFamily="34" charset="0"/>
              </a:rPr>
              <a:t>Complementary </a:t>
            </a:r>
            <a:br>
              <a:rPr lang="en-GB" sz="2000" b="1" noProof="0">
                <a:latin typeface="Arial" panose="020B0604020202020204" pitchFamily="34" charset="0"/>
                <a:cs typeface="Arial" panose="020B0604020202020204" pitchFamily="34" charset="0"/>
              </a:rPr>
            </a:br>
            <a:r>
              <a:rPr lang="en-GB" sz="2000" b="1" noProof="0">
                <a:latin typeface="Arial" panose="020B0604020202020204" pitchFamily="34" charset="0"/>
                <a:cs typeface="Arial" panose="020B0604020202020204" pitchFamily="34" charset="0"/>
              </a:rPr>
              <a:t>BCT Software Portfolio</a:t>
            </a:r>
          </a:p>
          <a:p>
            <a:pPr algn="r">
              <a:lnSpc>
                <a:spcPct val="110000"/>
              </a:lnSpc>
              <a:spcBef>
                <a:spcPct val="0"/>
              </a:spcBef>
            </a:pPr>
            <a:r>
              <a:rPr lang="en-GB" noProof="0">
                <a:latin typeface="Arial" panose="020B0604020202020204" pitchFamily="34" charset="0"/>
                <a:cs typeface="Arial" panose="020B0604020202020204" pitchFamily="34" charset="0"/>
              </a:rPr>
              <a:t>Development of </a:t>
            </a:r>
            <a:br>
              <a:rPr lang="en-GB" noProof="0">
                <a:latin typeface="Arial" panose="020B0604020202020204" pitchFamily="34" charset="0"/>
                <a:cs typeface="Arial" panose="020B0604020202020204" pitchFamily="34" charset="0"/>
              </a:rPr>
            </a:br>
            <a:r>
              <a:rPr lang="en-GB" noProof="0">
                <a:latin typeface="Arial" panose="020B0604020202020204" pitchFamily="34" charset="0"/>
                <a:cs typeface="Arial" panose="020B0604020202020204" pitchFamily="34" charset="0"/>
              </a:rPr>
              <a:t>Add-On Software</a:t>
            </a:r>
            <a:endParaRPr lang="en-GB" b="1" noProof="0">
              <a:latin typeface="Arial" panose="020B0604020202020204" pitchFamily="34" charset="0"/>
              <a:cs typeface="Arial" panose="020B0604020202020204" pitchFamily="34" charset="0"/>
            </a:endParaRPr>
          </a:p>
          <a:p>
            <a:pPr algn="r">
              <a:lnSpc>
                <a:spcPct val="110000"/>
              </a:lnSpc>
              <a:spcBef>
                <a:spcPts val="0"/>
              </a:spcBef>
            </a:pPr>
            <a:endParaRPr lang="en-GB" sz="1200" noProof="0">
              <a:solidFill>
                <a:schemeClr val="tx1"/>
              </a:solidFill>
              <a:latin typeface="+mn-lt"/>
              <a:ea typeface="Arial Unicode MS" panose="020B0604020202020204" pitchFamily="34" charset="-128"/>
              <a:cs typeface="Arial Unicode MS" panose="020B0604020202020204" pitchFamily="34" charset="-128"/>
            </a:endParaRPr>
          </a:p>
        </p:txBody>
      </p:sp>
      <p:sp>
        <p:nvSpPr>
          <p:cNvPr id="16" name="Rechteck 15">
            <a:extLst>
              <a:ext uri="{FF2B5EF4-FFF2-40B4-BE49-F238E27FC236}">
                <a16:creationId xmlns:a16="http://schemas.microsoft.com/office/drawing/2014/main" id="{900BDB6E-FE02-371F-70C9-804206779E53}"/>
              </a:ext>
            </a:extLst>
          </p:cNvPr>
          <p:cNvSpPr/>
          <p:nvPr/>
        </p:nvSpPr>
        <p:spPr bwMode="auto">
          <a:xfrm>
            <a:off x="3456646" y="3908529"/>
            <a:ext cx="2082412" cy="3009323"/>
          </a:xfrm>
          <a:prstGeom prst="rect">
            <a:avLst/>
          </a:prstGeom>
          <a:solidFill>
            <a:srgbClr val="FFFFFF"/>
          </a:solidFill>
          <a:ln>
            <a:noFill/>
          </a:ln>
          <a:effectLst/>
        </p:spPr>
        <p:txBody>
          <a:bodyPr wrap="square" lIns="108000" tIns="54000" rIns="108000" bIns="54000" numCol="1" spcCol="72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spcBef>
                <a:spcPct val="0"/>
              </a:spcBef>
              <a:buFont typeface="Wingdings" charset="0"/>
              <a:buNone/>
            </a:pPr>
            <a:endParaRPr lang="en-GB" sz="1800" noProof="0">
              <a:solidFill>
                <a:schemeClr val="tx1"/>
              </a:solidFill>
              <a:latin typeface="+mn-lt"/>
              <a:ea typeface="Arial Unicode MS" panose="020B0604020202020204" pitchFamily="34" charset="-128"/>
              <a:cs typeface="Arial Unicode MS" panose="020B0604020202020204" pitchFamily="34" charset="-128"/>
            </a:endParaRPr>
          </a:p>
        </p:txBody>
      </p:sp>
      <p:sp>
        <p:nvSpPr>
          <p:cNvPr id="17" name="Textfeld 68">
            <a:extLst>
              <a:ext uri="{FF2B5EF4-FFF2-40B4-BE49-F238E27FC236}">
                <a16:creationId xmlns:a16="http://schemas.microsoft.com/office/drawing/2014/main" id="{60D35FB7-AB24-5C11-C320-E043CC5B8F1D}"/>
              </a:ext>
            </a:extLst>
          </p:cNvPr>
          <p:cNvSpPr txBox="1"/>
          <p:nvPr/>
        </p:nvSpPr>
        <p:spPr>
          <a:xfrm>
            <a:off x="3657206" y="4928236"/>
            <a:ext cx="1680012" cy="1195199"/>
          </a:xfrm>
          <a:prstGeom prst="rect">
            <a:avLst/>
          </a:prstGeom>
          <a:noFill/>
        </p:spPr>
        <p:txBody>
          <a:bodyPr wrap="non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0"/>
              </a:spcBef>
            </a:pPr>
            <a:r>
              <a:rPr lang="en-GB" b="1" noProof="0">
                <a:ea typeface="Arial Unicode MS" panose="020B0604020202020204" pitchFamily="34" charset="-128"/>
                <a:cs typeface="Arial Unicode MS" panose="020B0604020202020204" pitchFamily="34" charset="-128"/>
              </a:rPr>
              <a:t>Years of </a:t>
            </a:r>
            <a:br>
              <a:rPr lang="en-GB" b="1" noProof="0">
                <a:ea typeface="Arial Unicode MS" panose="020B0604020202020204" pitchFamily="34" charset="-128"/>
                <a:cs typeface="Arial Unicode MS" panose="020B0604020202020204" pitchFamily="34" charset="-128"/>
              </a:rPr>
            </a:br>
            <a:r>
              <a:rPr lang="en-GB" b="1" noProof="0">
                <a:ea typeface="Arial Unicode MS" panose="020B0604020202020204" pitchFamily="34" charset="-128"/>
                <a:cs typeface="Arial Unicode MS" panose="020B0604020202020204" pitchFamily="34" charset="-128"/>
              </a:rPr>
              <a:t>experience in </a:t>
            </a:r>
            <a:br>
              <a:rPr lang="en-GB" b="1" noProof="0">
                <a:ea typeface="Arial Unicode MS" panose="020B0604020202020204" pitchFamily="34" charset="-128"/>
                <a:cs typeface="Arial Unicode MS" panose="020B0604020202020204" pitchFamily="34" charset="-128"/>
              </a:rPr>
            </a:br>
            <a:r>
              <a:rPr lang="en-GB" b="1" noProof="0">
                <a:ea typeface="Arial Unicode MS" panose="020B0604020202020204" pitchFamily="34" charset="-128"/>
                <a:cs typeface="Arial Unicode MS" panose="020B0604020202020204" pitchFamily="34" charset="-128"/>
              </a:rPr>
              <a:t>Digital </a:t>
            </a:r>
          </a:p>
          <a:p>
            <a:pPr>
              <a:lnSpc>
                <a:spcPct val="110000"/>
              </a:lnSpc>
              <a:spcBef>
                <a:spcPts val="0"/>
              </a:spcBef>
            </a:pPr>
            <a:r>
              <a:rPr lang="en-GB" b="1" noProof="0">
                <a:ea typeface="Arial Unicode MS" panose="020B0604020202020204" pitchFamily="34" charset="-128"/>
                <a:cs typeface="Arial Unicode MS" panose="020B0604020202020204" pitchFamily="34" charset="-128"/>
              </a:rPr>
              <a:t>Transformation</a:t>
            </a:r>
          </a:p>
        </p:txBody>
      </p:sp>
      <p:sp>
        <p:nvSpPr>
          <p:cNvPr id="18" name="object 22">
            <a:extLst>
              <a:ext uri="{FF2B5EF4-FFF2-40B4-BE49-F238E27FC236}">
                <a16:creationId xmlns:a16="http://schemas.microsoft.com/office/drawing/2014/main" id="{DE2B4DD0-C763-B38D-04C1-7639B3BB332F}"/>
              </a:ext>
            </a:extLst>
          </p:cNvPr>
          <p:cNvSpPr txBox="1">
            <a:spLocks/>
          </p:cNvSpPr>
          <p:nvPr/>
        </p:nvSpPr>
        <p:spPr>
          <a:xfrm>
            <a:off x="3598536" y="4025169"/>
            <a:ext cx="1792148" cy="936154"/>
          </a:xfrm>
          <a:prstGeom prst="rect">
            <a:avLst/>
          </a:prstGeom>
        </p:spPr>
        <p:txBody>
          <a:bodyPr vert="horz" wrap="square" lIns="0" tIns="12700" rIns="0" bIns="0" rtlCol="0" anchor="t" anchorCtr="0">
            <a:spAutoFit/>
          </a:bodyPr>
          <a:lstStyle>
            <a:defPPr>
              <a:defRPr lang="de-DE"/>
            </a:defPPr>
            <a:lvl1pPr marL="0" algn="l" defTabSz="913760" rtl="0" eaLnBrk="1" latinLnBrk="0" hangingPunct="1">
              <a:lnSpc>
                <a:spcPct val="90000"/>
              </a:lnSpc>
              <a:spcBef>
                <a:spcPct val="0"/>
              </a:spcBef>
              <a:buNone/>
              <a:defRPr sz="2198" b="1"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lang="en-GB" sz="6000" spc="-245" noProof="0">
                <a:latin typeface="+mn-lt"/>
                <a:cs typeface="Tahoma"/>
              </a:rPr>
              <a:t>35+</a:t>
            </a:r>
          </a:p>
        </p:txBody>
      </p:sp>
      <p:pic>
        <p:nvPicPr>
          <p:cNvPr id="20" name="Grafik 19" descr="Handschlag mit einfarbiger Füllung">
            <a:extLst>
              <a:ext uri="{FF2B5EF4-FFF2-40B4-BE49-F238E27FC236}">
                <a16:creationId xmlns:a16="http://schemas.microsoft.com/office/drawing/2014/main" id="{E54CB318-6D83-252E-2859-B0B518A406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09025" y="5969916"/>
            <a:ext cx="914400" cy="914400"/>
          </a:xfrm>
          <a:prstGeom prst="rect">
            <a:avLst/>
          </a:prstGeom>
        </p:spPr>
      </p:pic>
      <p:sp>
        <p:nvSpPr>
          <p:cNvPr id="21" name="Textfeld 95">
            <a:extLst>
              <a:ext uri="{FF2B5EF4-FFF2-40B4-BE49-F238E27FC236}">
                <a16:creationId xmlns:a16="http://schemas.microsoft.com/office/drawing/2014/main" id="{1CF638AF-1D6B-71D8-0C9F-8DEE249C069B}"/>
              </a:ext>
            </a:extLst>
          </p:cNvPr>
          <p:cNvSpPr txBox="1"/>
          <p:nvPr/>
        </p:nvSpPr>
        <p:spPr>
          <a:xfrm>
            <a:off x="-325431" y="3464167"/>
            <a:ext cx="3625893" cy="1365502"/>
          </a:xfrm>
          <a:prstGeom prst="rect">
            <a:avLst/>
          </a:prstGeom>
          <a:noFill/>
        </p:spPr>
        <p:txBody>
          <a:bodyPr wrap="square" lIns="0" tIns="0" rIns="0" bIns="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spcBef>
                <a:spcPct val="0"/>
              </a:spcBef>
              <a:spcAft>
                <a:spcPts val="800"/>
              </a:spcAft>
              <a:buFont typeface="Wingdings" charset="0"/>
              <a:buNone/>
            </a:pPr>
            <a:r>
              <a:rPr lang="en-GB" sz="2000" b="1" noProof="0">
                <a:solidFill>
                  <a:schemeClr val="bg1"/>
                </a:solidFill>
                <a:latin typeface="Arial" panose="020B0604020202020204" pitchFamily="34" charset="0"/>
                <a:cs typeface="Arial" panose="020B0604020202020204" pitchFamily="34" charset="0"/>
              </a:rPr>
              <a:t>Software Solutions for the Manufacturing Industry</a:t>
            </a:r>
          </a:p>
          <a:p>
            <a:pPr algn="r">
              <a:lnSpc>
                <a:spcPct val="110000"/>
              </a:lnSpc>
              <a:spcBef>
                <a:spcPct val="0"/>
              </a:spcBef>
              <a:spcAft>
                <a:spcPts val="800"/>
              </a:spcAft>
            </a:pPr>
            <a:r>
              <a:rPr lang="en-GB" noProof="0">
                <a:solidFill>
                  <a:schemeClr val="bg1"/>
                </a:solidFill>
                <a:latin typeface="Arial" panose="020B0604020202020204" pitchFamily="34" charset="0"/>
                <a:ea typeface="Arial Unicode MS" panose="020B0604020202020204" pitchFamily="34" charset="-128"/>
                <a:cs typeface="Arial" panose="020B0604020202020204" pitchFamily="34" charset="0"/>
              </a:rPr>
              <a:t>Consulting – Sales – Implementation</a:t>
            </a:r>
          </a:p>
        </p:txBody>
      </p:sp>
      <p:sp>
        <p:nvSpPr>
          <p:cNvPr id="22" name="Rechteck 21" hidden="1">
            <a:extLst>
              <a:ext uri="{FF2B5EF4-FFF2-40B4-BE49-F238E27FC236}">
                <a16:creationId xmlns:a16="http://schemas.microsoft.com/office/drawing/2014/main" id="{C41DE1CF-FF69-2B2D-EB5C-EF921D530298}"/>
              </a:ext>
            </a:extLst>
          </p:cNvPr>
          <p:cNvSpPr/>
          <p:nvPr/>
        </p:nvSpPr>
        <p:spPr bwMode="auto">
          <a:xfrm>
            <a:off x="5539060" y="5343508"/>
            <a:ext cx="2045320" cy="1628247"/>
          </a:xfrm>
          <a:prstGeom prst="rect">
            <a:avLst/>
          </a:prstGeom>
          <a:solidFill>
            <a:srgbClr val="C00000"/>
          </a:solidFill>
          <a:ln>
            <a:noFill/>
          </a:ln>
          <a:effectLst/>
        </p:spPr>
        <p:txBody>
          <a:bodyPr wrap="square" lIns="108000" tIns="54000" rIns="108000" bIns="54000" numCol="1" spcCol="72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spcBef>
                <a:spcPct val="0"/>
              </a:spcBef>
            </a:pPr>
            <a:endParaRPr lang="en-GB" sz="1800" noProof="0">
              <a:solidFill>
                <a:schemeClr val="bg1"/>
              </a:solidFill>
              <a:latin typeface="+mn-lt"/>
              <a:ea typeface="Arial Unicode MS" panose="020B0604020202020204" pitchFamily="34" charset="-128"/>
              <a:cs typeface="Arial Unicode MS" panose="020B0604020202020204" pitchFamily="34" charset="-128"/>
            </a:endParaRPr>
          </a:p>
        </p:txBody>
      </p:sp>
      <p:sp>
        <p:nvSpPr>
          <p:cNvPr id="23" name="Textfeld 60">
            <a:extLst>
              <a:ext uri="{FF2B5EF4-FFF2-40B4-BE49-F238E27FC236}">
                <a16:creationId xmlns:a16="http://schemas.microsoft.com/office/drawing/2014/main" id="{E59B575B-D3C1-5BEE-770D-F456B262E919}"/>
              </a:ext>
            </a:extLst>
          </p:cNvPr>
          <p:cNvSpPr txBox="1"/>
          <p:nvPr/>
        </p:nvSpPr>
        <p:spPr>
          <a:xfrm>
            <a:off x="5522360" y="4928236"/>
            <a:ext cx="1872835" cy="1592231"/>
          </a:xfrm>
          <a:prstGeom prst="rect">
            <a:avLst/>
          </a:prstGeom>
          <a:noFill/>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spcBef>
                <a:spcPct val="0"/>
              </a:spcBef>
              <a:buFont typeface="Wingdings" charset="0"/>
              <a:buNone/>
            </a:pPr>
            <a:r>
              <a:rPr lang="en-GB" b="1" noProof="0">
                <a:solidFill>
                  <a:schemeClr val="bg1"/>
                </a:solidFill>
                <a:latin typeface="Arial" panose="020B0604020202020204" pitchFamily="34" charset="0"/>
                <a:cs typeface="Arial" panose="020B0604020202020204" pitchFamily="34" charset="0"/>
              </a:rPr>
              <a:t>BCT employees serve over 600 customers worldwide</a:t>
            </a:r>
          </a:p>
        </p:txBody>
      </p:sp>
      <p:pic>
        <p:nvPicPr>
          <p:cNvPr id="24" name="Grafik 23" descr="Binär Silhouette">
            <a:extLst>
              <a:ext uri="{FF2B5EF4-FFF2-40B4-BE49-F238E27FC236}">
                <a16:creationId xmlns:a16="http://schemas.microsoft.com/office/drawing/2014/main" id="{85F2A213-E903-75B6-3E5D-602C7563DC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4693" y="4161325"/>
            <a:ext cx="690221" cy="690221"/>
          </a:xfrm>
          <a:prstGeom prst="rect">
            <a:avLst/>
          </a:prstGeom>
        </p:spPr>
      </p:pic>
      <p:sp>
        <p:nvSpPr>
          <p:cNvPr id="25" name="Rechteck 24">
            <a:extLst>
              <a:ext uri="{FF2B5EF4-FFF2-40B4-BE49-F238E27FC236}">
                <a16:creationId xmlns:a16="http://schemas.microsoft.com/office/drawing/2014/main" id="{0B5E70E2-0233-EE25-1CA4-10C25646667B}"/>
              </a:ext>
            </a:extLst>
          </p:cNvPr>
          <p:cNvSpPr/>
          <p:nvPr/>
        </p:nvSpPr>
        <p:spPr bwMode="auto">
          <a:xfrm>
            <a:off x="3453387" y="1409797"/>
            <a:ext cx="4130992" cy="2509846"/>
          </a:xfrm>
          <a:prstGeom prst="rect">
            <a:avLst/>
          </a:prstGeom>
          <a:solidFill>
            <a:srgbClr val="009DC7"/>
          </a:solidFill>
          <a:ln>
            <a:noFill/>
          </a:ln>
          <a:effectLst/>
        </p:spPr>
        <p:txBody>
          <a:bodyPr wrap="square" lIns="72000" tIns="72000" rIns="72000" bIns="72000" numCol="1" spcCol="72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spcBef>
                <a:spcPct val="0"/>
              </a:spcBef>
              <a:buFont typeface="Wingdings" charset="0"/>
              <a:buNone/>
            </a:pPr>
            <a:endParaRPr lang="en-GB" sz="1400" noProof="0">
              <a:solidFill>
                <a:schemeClr val="bg1"/>
              </a:solidFill>
              <a:latin typeface="+mn-lt"/>
              <a:ea typeface="Arial Unicode MS" panose="020B0604020202020204" pitchFamily="34" charset="-128"/>
              <a:cs typeface="Arial Unicode MS" panose="020B0604020202020204" pitchFamily="34" charset="-128"/>
            </a:endParaRPr>
          </a:p>
        </p:txBody>
      </p:sp>
      <p:sp>
        <p:nvSpPr>
          <p:cNvPr id="26" name="Partner von Siemens">
            <a:extLst>
              <a:ext uri="{FF2B5EF4-FFF2-40B4-BE49-F238E27FC236}">
                <a16:creationId xmlns:a16="http://schemas.microsoft.com/office/drawing/2014/main" id="{61C4C898-B749-6698-DA35-71D7977F2AD7}"/>
              </a:ext>
            </a:extLst>
          </p:cNvPr>
          <p:cNvSpPr txBox="1"/>
          <p:nvPr/>
        </p:nvSpPr>
        <p:spPr>
          <a:xfrm>
            <a:off x="3903594" y="1583844"/>
            <a:ext cx="3273332" cy="1365502"/>
          </a:xfrm>
          <a:prstGeom prst="rect">
            <a:avLst/>
          </a:prstGeom>
          <a:noFill/>
        </p:spPr>
        <p:txBody>
          <a:bodyPr wrap="non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ct val="0"/>
              </a:spcBef>
              <a:spcAft>
                <a:spcPts val="800"/>
              </a:spcAft>
              <a:buFont typeface="Wingdings" charset="0"/>
              <a:buNone/>
            </a:pPr>
            <a:r>
              <a:rPr lang="en-GB" sz="2000" b="1" noProof="0">
                <a:solidFill>
                  <a:schemeClr val="bg1"/>
                </a:solidFill>
                <a:latin typeface="Arial" panose="020B0604020202020204" pitchFamily="34" charset="0"/>
                <a:cs typeface="Arial" panose="020B0604020202020204" pitchFamily="34" charset="0"/>
              </a:rPr>
              <a:t>Siemens Digital Industries </a:t>
            </a:r>
            <a:br>
              <a:rPr lang="en-GB" sz="2000" b="1" noProof="0">
                <a:solidFill>
                  <a:schemeClr val="bg1"/>
                </a:solidFill>
                <a:latin typeface="Arial" panose="020B0604020202020204" pitchFamily="34" charset="0"/>
                <a:cs typeface="Arial" panose="020B0604020202020204" pitchFamily="34" charset="0"/>
              </a:rPr>
            </a:br>
            <a:r>
              <a:rPr lang="en-GB" sz="2000" b="1" noProof="0">
                <a:solidFill>
                  <a:schemeClr val="bg1"/>
                </a:solidFill>
                <a:latin typeface="Arial" panose="020B0604020202020204" pitchFamily="34" charset="0"/>
                <a:cs typeface="Arial" panose="020B0604020202020204" pitchFamily="34" charset="0"/>
              </a:rPr>
              <a:t>Software Partner</a:t>
            </a:r>
            <a:endParaRPr lang="en-GB" sz="2000" noProof="0">
              <a:solidFill>
                <a:schemeClr val="bg1"/>
              </a:solidFill>
              <a:latin typeface="Arial" panose="020B0604020202020204" pitchFamily="34" charset="0"/>
              <a:cs typeface="Arial" panose="020B0604020202020204" pitchFamily="34" charset="0"/>
            </a:endParaRPr>
          </a:p>
          <a:p>
            <a:pPr>
              <a:lnSpc>
                <a:spcPct val="110000"/>
              </a:lnSpc>
              <a:spcBef>
                <a:spcPct val="0"/>
              </a:spcBef>
              <a:buFont typeface="Wingdings" charset="0"/>
              <a:buNone/>
            </a:pPr>
            <a:r>
              <a:rPr lang="en-GB" noProof="0">
                <a:solidFill>
                  <a:schemeClr val="bg1"/>
                </a:solidFill>
                <a:latin typeface="Arial" panose="020B0604020202020204" pitchFamily="34" charset="0"/>
                <a:cs typeface="Arial" panose="020B0604020202020204" pitchFamily="34" charset="0"/>
              </a:rPr>
              <a:t>Sales and </a:t>
            </a:r>
            <a:br>
              <a:rPr lang="en-GB" noProof="0">
                <a:solidFill>
                  <a:schemeClr val="bg1"/>
                </a:solidFill>
                <a:latin typeface="Arial" panose="020B0604020202020204" pitchFamily="34" charset="0"/>
                <a:cs typeface="Arial" panose="020B0604020202020204" pitchFamily="34" charset="0"/>
              </a:rPr>
            </a:br>
            <a:r>
              <a:rPr lang="en-GB" noProof="0">
                <a:solidFill>
                  <a:schemeClr val="bg1"/>
                </a:solidFill>
                <a:latin typeface="Arial" panose="020B0604020202020204" pitchFamily="34" charset="0"/>
                <a:cs typeface="Arial" panose="020B0604020202020204" pitchFamily="34" charset="0"/>
              </a:rPr>
              <a:t>Development Partner</a:t>
            </a:r>
            <a:endParaRPr lang="en-GB" noProof="0">
              <a:solidFill>
                <a:schemeClr val="bg1"/>
              </a:solidFill>
              <a:ea typeface="Arial Unicode MS" panose="020B0604020202020204" pitchFamily="34" charset="-128"/>
              <a:cs typeface="Arial Unicode MS" panose="020B0604020202020204" pitchFamily="34" charset="-128"/>
            </a:endParaRPr>
          </a:p>
        </p:txBody>
      </p:sp>
      <p:grpSp>
        <p:nvGrpSpPr>
          <p:cNvPr id="2" name="Gruppieren 1">
            <a:extLst>
              <a:ext uri="{FF2B5EF4-FFF2-40B4-BE49-F238E27FC236}">
                <a16:creationId xmlns:a16="http://schemas.microsoft.com/office/drawing/2014/main" id="{11AAC352-D6C4-2CDA-45BF-DFE583EBF944}"/>
              </a:ext>
            </a:extLst>
          </p:cNvPr>
          <p:cNvGrpSpPr/>
          <p:nvPr/>
        </p:nvGrpSpPr>
        <p:grpSpPr>
          <a:xfrm>
            <a:off x="3945025" y="3076579"/>
            <a:ext cx="1242400" cy="635513"/>
            <a:chOff x="4884394" y="3076579"/>
            <a:chExt cx="1242400" cy="635513"/>
          </a:xfrm>
        </p:grpSpPr>
        <p:sp>
          <p:nvSpPr>
            <p:cNvPr id="27" name="Rechteck 26">
              <a:extLst>
                <a:ext uri="{FF2B5EF4-FFF2-40B4-BE49-F238E27FC236}">
                  <a16:creationId xmlns:a16="http://schemas.microsoft.com/office/drawing/2014/main" id="{3D3CF222-4B55-6F5A-F098-DE9E30DF4A8E}"/>
                </a:ext>
              </a:extLst>
            </p:cNvPr>
            <p:cNvSpPr/>
            <p:nvPr/>
          </p:nvSpPr>
          <p:spPr bwMode="auto">
            <a:xfrm>
              <a:off x="4884394" y="3076579"/>
              <a:ext cx="1242400" cy="635513"/>
            </a:xfrm>
            <a:prstGeom prst="rect">
              <a:avLst/>
            </a:prstGeom>
            <a:solidFill>
              <a:schemeClr val="bg1"/>
            </a:solidFill>
            <a:ln>
              <a:noFill/>
            </a:ln>
            <a:effectLst/>
          </p:spPr>
          <p:txBody>
            <a:bodyPr wrap="square" lIns="72000" tIns="72000" rIns="72000" bIns="72000" numCol="1" spcCol="72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0000"/>
                </a:lnSpc>
                <a:spcBef>
                  <a:spcPct val="0"/>
                </a:spcBef>
                <a:buFont typeface="Wingdings" charset="0"/>
                <a:buNone/>
              </a:pPr>
              <a:endParaRPr lang="en-GB" sz="1400" noProof="0">
                <a:solidFill>
                  <a:schemeClr val="bg1"/>
                </a:solidFill>
                <a:latin typeface="+mn-lt"/>
                <a:ea typeface="Arial Unicode MS" panose="020B0604020202020204" pitchFamily="34" charset="-128"/>
                <a:cs typeface="Arial Unicode MS" panose="020B0604020202020204" pitchFamily="34" charset="-128"/>
              </a:endParaRPr>
            </a:p>
          </p:txBody>
        </p:sp>
        <p:pic>
          <p:nvPicPr>
            <p:cNvPr id="28" name="Grafik 27">
              <a:extLst>
                <a:ext uri="{FF2B5EF4-FFF2-40B4-BE49-F238E27FC236}">
                  <a16:creationId xmlns:a16="http://schemas.microsoft.com/office/drawing/2014/main" id="{61566A35-7DE0-ECD2-770E-5E2BDB41145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4915682" y="3107192"/>
              <a:ext cx="1179825" cy="574286"/>
            </a:xfrm>
            <a:prstGeom prst="rect">
              <a:avLst/>
            </a:prstGeom>
          </p:spPr>
        </p:pic>
      </p:grpSp>
      <p:pic>
        <p:nvPicPr>
          <p:cNvPr id="32" name="Foto">
            <a:extLst>
              <a:ext uri="{FF2B5EF4-FFF2-40B4-BE49-F238E27FC236}">
                <a16:creationId xmlns:a16="http://schemas.microsoft.com/office/drawing/2014/main" id="{8D8A0E6D-7E17-E49D-B66F-9C45AFA491BE}"/>
              </a:ext>
            </a:extLst>
          </p:cNvPr>
          <p:cNvPicPr>
            <a:picLocks noChangeAspect="1"/>
          </p:cNvPicPr>
          <p:nvPr/>
        </p:nvPicPr>
        <p:blipFill>
          <a:blip r:embed="rId6"/>
          <a:srcRect l="8787"/>
          <a:stretch>
            <a:fillRect/>
          </a:stretch>
        </p:blipFill>
        <p:spPr>
          <a:xfrm>
            <a:off x="7584379" y="1414347"/>
            <a:ext cx="6417946" cy="5457379"/>
          </a:xfrm>
          <a:prstGeom prst="rect">
            <a:avLst/>
          </a:prstGeom>
        </p:spPr>
      </p:pic>
    </p:spTree>
    <p:extLst>
      <p:ext uri="{BB962C8B-B14F-4D97-AF65-F5344CB8AC3E}">
        <p14:creationId xmlns:p14="http://schemas.microsoft.com/office/powerpoint/2010/main" val="2233690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1F4CCE-F6B8-9FBE-EFB7-CC3EF318EB06}"/>
              </a:ext>
            </a:extLst>
          </p:cNvPr>
          <p:cNvSpPr>
            <a:spLocks noGrp="1"/>
          </p:cNvSpPr>
          <p:nvPr>
            <p:ph type="title"/>
          </p:nvPr>
        </p:nvSpPr>
        <p:spPr/>
        <p:txBody>
          <a:bodyPr/>
          <a:lstStyle/>
          <a:p>
            <a:r>
              <a:rPr lang="en-GB" noProof="0"/>
              <a:t>BCT Technology AG</a:t>
            </a:r>
          </a:p>
        </p:txBody>
      </p:sp>
      <p:sp>
        <p:nvSpPr>
          <p:cNvPr id="3" name="Fußzeilenplatzhalter 2">
            <a:extLst>
              <a:ext uri="{FF2B5EF4-FFF2-40B4-BE49-F238E27FC236}">
                <a16:creationId xmlns:a16="http://schemas.microsoft.com/office/drawing/2014/main" id="{90F7F73B-2B65-A726-1585-27E0DBFC43EA}"/>
              </a:ext>
            </a:extLst>
          </p:cNvPr>
          <p:cNvSpPr>
            <a:spLocks noGrp="1"/>
          </p:cNvSpPr>
          <p:nvPr>
            <p:ph type="ftr" sz="quarter" idx="10"/>
          </p:nvPr>
        </p:nvSpPr>
        <p:spPr/>
        <p:txBody>
          <a:bodyPr/>
          <a:lstStyle/>
          <a:p>
            <a:pPr defTabSz="914309">
              <a:buClr>
                <a:srgbClr val="009999"/>
              </a:buClr>
            </a:pPr>
            <a:r>
              <a:rPr lang="en-GB" kern="0" noProof="0"/>
              <a:t> © BCT Technology AG 2026</a:t>
            </a:r>
          </a:p>
        </p:txBody>
      </p:sp>
      <p:sp>
        <p:nvSpPr>
          <p:cNvPr id="5" name="Rectangle 78">
            <a:extLst>
              <a:ext uri="{FF2B5EF4-FFF2-40B4-BE49-F238E27FC236}">
                <a16:creationId xmlns:a16="http://schemas.microsoft.com/office/drawing/2014/main" id="{9336E399-69B4-2C2B-20F6-EF6B4E35923E}"/>
              </a:ext>
            </a:extLst>
          </p:cNvPr>
          <p:cNvSpPr/>
          <p:nvPr/>
        </p:nvSpPr>
        <p:spPr>
          <a:xfrm>
            <a:off x="5874564" y="1722315"/>
            <a:ext cx="739737" cy="739929"/>
          </a:xfrm>
          <a:prstGeom prst="rect">
            <a:avLst/>
          </a:prstGeom>
          <a:solidFill>
            <a:srgbClr val="009DC7"/>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rtl="0">
              <a:buClrTx/>
            </a:pPr>
            <a:endParaRPr lang="en-GB" sz="900" kern="1200" noProof="0">
              <a:solidFill>
                <a:schemeClr val="bg1"/>
              </a:solidFill>
              <a:latin typeface="Arial"/>
            </a:endParaRPr>
          </a:p>
        </p:txBody>
      </p:sp>
      <p:sp>
        <p:nvSpPr>
          <p:cNvPr id="6" name="Rectangle 81">
            <a:extLst>
              <a:ext uri="{FF2B5EF4-FFF2-40B4-BE49-F238E27FC236}">
                <a16:creationId xmlns:a16="http://schemas.microsoft.com/office/drawing/2014/main" id="{12F6D42F-23B0-FF70-42EC-DAD1A94F69D2}"/>
              </a:ext>
            </a:extLst>
          </p:cNvPr>
          <p:cNvSpPr/>
          <p:nvPr/>
        </p:nvSpPr>
        <p:spPr>
          <a:xfrm>
            <a:off x="5874564" y="3000032"/>
            <a:ext cx="739737" cy="739929"/>
          </a:xfrm>
          <a:prstGeom prst="rect">
            <a:avLst/>
          </a:prstGeom>
          <a:solidFill>
            <a:srgbClr val="00BEDC"/>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rtl="0">
              <a:buClrTx/>
            </a:pPr>
            <a:endParaRPr lang="en-GB" sz="900" kern="1200" noProof="0">
              <a:solidFill>
                <a:schemeClr val="bg1"/>
              </a:solidFill>
              <a:latin typeface="Arial"/>
            </a:endParaRPr>
          </a:p>
        </p:txBody>
      </p:sp>
      <p:sp>
        <p:nvSpPr>
          <p:cNvPr id="7" name="Rectangle 115">
            <a:extLst>
              <a:ext uri="{FF2B5EF4-FFF2-40B4-BE49-F238E27FC236}">
                <a16:creationId xmlns:a16="http://schemas.microsoft.com/office/drawing/2014/main" id="{7B22DC59-E96F-FD2A-8ACF-2C61061AEE8B}"/>
              </a:ext>
            </a:extLst>
          </p:cNvPr>
          <p:cNvSpPr/>
          <p:nvPr/>
        </p:nvSpPr>
        <p:spPr>
          <a:xfrm>
            <a:off x="5874564" y="4184389"/>
            <a:ext cx="739737" cy="739929"/>
          </a:xfrm>
          <a:prstGeom prst="rect">
            <a:avLst/>
          </a:prstGeom>
          <a:solidFill>
            <a:srgbClr val="00D4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rtl="0">
              <a:buClrTx/>
            </a:pPr>
            <a:endParaRPr lang="en-GB" sz="900" kern="1200" noProof="0">
              <a:solidFill>
                <a:schemeClr val="bg1"/>
              </a:solidFill>
              <a:latin typeface="Arial"/>
            </a:endParaRPr>
          </a:p>
        </p:txBody>
      </p:sp>
      <p:sp>
        <p:nvSpPr>
          <p:cNvPr id="8" name="Rectangle 139">
            <a:extLst>
              <a:ext uri="{FF2B5EF4-FFF2-40B4-BE49-F238E27FC236}">
                <a16:creationId xmlns:a16="http://schemas.microsoft.com/office/drawing/2014/main" id="{409B5510-7ABE-1388-A489-9048A294D7D6}"/>
              </a:ext>
            </a:extLst>
          </p:cNvPr>
          <p:cNvSpPr/>
          <p:nvPr/>
        </p:nvSpPr>
        <p:spPr>
          <a:xfrm>
            <a:off x="4870378" y="1719189"/>
            <a:ext cx="739737" cy="739929"/>
          </a:xfrm>
          <a:prstGeom prst="rect">
            <a:avLst/>
          </a:prstGeom>
          <a:solidFill>
            <a:srgbClr val="009DC7"/>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rtl="0">
              <a:buClrTx/>
            </a:pPr>
            <a:endParaRPr lang="en-GB" sz="900" kern="1200" noProof="0">
              <a:solidFill>
                <a:schemeClr val="bg1"/>
              </a:solidFill>
              <a:latin typeface="Arial"/>
            </a:endParaRPr>
          </a:p>
        </p:txBody>
      </p:sp>
      <p:sp>
        <p:nvSpPr>
          <p:cNvPr id="9" name="Rectangle 140">
            <a:extLst>
              <a:ext uri="{FF2B5EF4-FFF2-40B4-BE49-F238E27FC236}">
                <a16:creationId xmlns:a16="http://schemas.microsoft.com/office/drawing/2014/main" id="{535E1AD5-13BC-558B-BEEE-2DC912294261}"/>
              </a:ext>
            </a:extLst>
          </p:cNvPr>
          <p:cNvSpPr/>
          <p:nvPr/>
        </p:nvSpPr>
        <p:spPr>
          <a:xfrm>
            <a:off x="4870378" y="2996906"/>
            <a:ext cx="739737" cy="739929"/>
          </a:xfrm>
          <a:prstGeom prst="rect">
            <a:avLst/>
          </a:prstGeom>
          <a:solidFill>
            <a:srgbClr val="00BEDC"/>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rtl="0">
              <a:buClrTx/>
            </a:pPr>
            <a:endParaRPr lang="en-GB" sz="900" kern="1200" noProof="0">
              <a:solidFill>
                <a:schemeClr val="bg1"/>
              </a:solidFill>
              <a:latin typeface="Arial"/>
            </a:endParaRPr>
          </a:p>
        </p:txBody>
      </p:sp>
      <p:sp>
        <p:nvSpPr>
          <p:cNvPr id="10" name="Rectangle 141">
            <a:extLst>
              <a:ext uri="{FF2B5EF4-FFF2-40B4-BE49-F238E27FC236}">
                <a16:creationId xmlns:a16="http://schemas.microsoft.com/office/drawing/2014/main" id="{D832CCED-82D3-19CF-AB8E-1E9BF9354653}"/>
              </a:ext>
            </a:extLst>
          </p:cNvPr>
          <p:cNvSpPr/>
          <p:nvPr/>
        </p:nvSpPr>
        <p:spPr>
          <a:xfrm>
            <a:off x="4870378" y="4190967"/>
            <a:ext cx="739737" cy="739929"/>
          </a:xfrm>
          <a:prstGeom prst="rect">
            <a:avLst/>
          </a:prstGeom>
          <a:solidFill>
            <a:srgbClr val="00D4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rtl="0">
              <a:buClrTx/>
            </a:pPr>
            <a:endParaRPr lang="en-GB" sz="900" kern="1200" noProof="0">
              <a:solidFill>
                <a:schemeClr val="bg1"/>
              </a:solidFill>
              <a:latin typeface="Arial"/>
            </a:endParaRPr>
          </a:p>
        </p:txBody>
      </p:sp>
      <p:sp>
        <p:nvSpPr>
          <p:cNvPr id="11" name="AutoShape 38">
            <a:extLst>
              <a:ext uri="{FF2B5EF4-FFF2-40B4-BE49-F238E27FC236}">
                <a16:creationId xmlns:a16="http://schemas.microsoft.com/office/drawing/2014/main" id="{57C5BDB9-43FE-36FB-8E75-D99F813BA6F7}"/>
              </a:ext>
            </a:extLst>
          </p:cNvPr>
          <p:cNvSpPr>
            <a:spLocks/>
          </p:cNvSpPr>
          <p:nvPr/>
        </p:nvSpPr>
        <p:spPr bwMode="auto">
          <a:xfrm>
            <a:off x="5066406" y="1925489"/>
            <a:ext cx="330980" cy="33239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solidFill>
            <a:schemeClr val="bg1"/>
          </a:solidFill>
          <a:ln>
            <a:noFill/>
          </a:ln>
          <a:effectLst/>
        </p:spPr>
        <p:txBody>
          <a:bodyPr lIns="50789" tIns="50789" rIns="50789" bIns="50789" anchor="ctr"/>
          <a:lstStyle/>
          <a:p>
            <a:pPr algn="l" defTabSz="457098" rtl="0">
              <a:buClrTx/>
              <a:defRPr/>
            </a:pPr>
            <a:endParaRPr lang="en-GB" sz="2900" kern="1200" noProof="0">
              <a:solidFill>
                <a:schemeClr val="bg1"/>
              </a:solidFill>
              <a:effectLst>
                <a:outerShdw blurRad="38100" dist="38100" dir="2700000" algn="tl">
                  <a:srgbClr val="000000"/>
                </a:outerShdw>
              </a:effectLst>
              <a:latin typeface="Gill Sans" charset="0"/>
              <a:ea typeface="+mn-ea"/>
              <a:cs typeface="Gill Sans" charset="0"/>
              <a:sym typeface="Gill Sans" charset="0"/>
            </a:endParaRPr>
          </a:p>
        </p:txBody>
      </p:sp>
      <p:sp>
        <p:nvSpPr>
          <p:cNvPr id="12" name="Textfeld 11">
            <a:extLst>
              <a:ext uri="{FF2B5EF4-FFF2-40B4-BE49-F238E27FC236}">
                <a16:creationId xmlns:a16="http://schemas.microsoft.com/office/drawing/2014/main" id="{BB9856E4-CD29-C5F1-165B-38E553399FDB}"/>
              </a:ext>
            </a:extLst>
          </p:cNvPr>
          <p:cNvSpPr txBox="1"/>
          <p:nvPr/>
        </p:nvSpPr>
        <p:spPr>
          <a:xfrm>
            <a:off x="322300" y="1781474"/>
            <a:ext cx="4392488" cy="461665"/>
          </a:xfrm>
          <a:prstGeom prst="rect">
            <a:avLst/>
          </a:prstGeom>
          <a:noFill/>
        </p:spPr>
        <p:txBody>
          <a:bodyPr vert="horz" wrap="square" lIns="0" tIns="0" rIns="0" bIns="0" rtlCol="0">
            <a:spAutoFit/>
          </a:bodyPr>
          <a:lstStyle/>
          <a:p>
            <a:pPr algn="r"/>
            <a:r>
              <a:rPr lang="en-GB" sz="1600" b="1" noProof="0">
                <a:solidFill>
                  <a:schemeClr val="bg1"/>
                </a:solidFill>
                <a:latin typeface="Arial" panose="020B0604020202020204" pitchFamily="34" charset="0"/>
                <a:cs typeface="Arial" panose="020B0604020202020204" pitchFamily="34" charset="0"/>
              </a:rPr>
              <a:t>Founded in 1991</a:t>
            </a:r>
          </a:p>
          <a:p>
            <a:pPr algn="r"/>
            <a:r>
              <a:rPr lang="en-GB" sz="1400" noProof="0">
                <a:solidFill>
                  <a:schemeClr val="bg1"/>
                </a:solidFill>
                <a:latin typeface="Arial" panose="020B0604020202020204" pitchFamily="34" charset="0"/>
                <a:cs typeface="Arial" panose="020B0604020202020204" pitchFamily="34" charset="0"/>
              </a:rPr>
              <a:t>Headquarters: </a:t>
            </a:r>
            <a:r>
              <a:rPr lang="en-GB" sz="1400" noProof="0" err="1">
                <a:solidFill>
                  <a:schemeClr val="bg1"/>
                </a:solidFill>
                <a:latin typeface="Arial" panose="020B0604020202020204" pitchFamily="34" charset="0"/>
                <a:cs typeface="Arial" panose="020B0604020202020204" pitchFamily="34" charset="0"/>
              </a:rPr>
              <a:t>Willstätt</a:t>
            </a:r>
            <a:r>
              <a:rPr lang="en-GB" sz="1400" noProof="0">
                <a:solidFill>
                  <a:schemeClr val="bg1"/>
                </a:solidFill>
                <a:latin typeface="Arial" panose="020B0604020202020204" pitchFamily="34" charset="0"/>
                <a:cs typeface="Arial" panose="020B0604020202020204" pitchFamily="34" charset="0"/>
              </a:rPr>
              <a:t> (Germany) + Branches</a:t>
            </a:r>
          </a:p>
        </p:txBody>
      </p:sp>
      <p:sp>
        <p:nvSpPr>
          <p:cNvPr id="13" name="Textfeld 12">
            <a:extLst>
              <a:ext uri="{FF2B5EF4-FFF2-40B4-BE49-F238E27FC236}">
                <a16:creationId xmlns:a16="http://schemas.microsoft.com/office/drawing/2014/main" id="{6216566D-1397-2F5F-029F-30AA482E47D8}"/>
              </a:ext>
            </a:extLst>
          </p:cNvPr>
          <p:cNvSpPr txBox="1"/>
          <p:nvPr/>
        </p:nvSpPr>
        <p:spPr>
          <a:xfrm>
            <a:off x="254758" y="3033425"/>
            <a:ext cx="4460031" cy="677108"/>
          </a:xfrm>
          <a:prstGeom prst="rect">
            <a:avLst/>
          </a:prstGeom>
          <a:noFill/>
        </p:spPr>
        <p:txBody>
          <a:bodyPr vert="horz" wrap="square" lIns="0" tIns="0" rIns="0" bIns="0" rtlCol="0">
            <a:spAutoFit/>
          </a:bodyPr>
          <a:lstStyle/>
          <a:p>
            <a:pPr algn="r" rtl="0">
              <a:buClrTx/>
            </a:pPr>
            <a:r>
              <a:rPr lang="en-GB" sz="1600" b="1" kern="1200" noProof="0">
                <a:solidFill>
                  <a:schemeClr val="bg1"/>
                </a:solidFill>
                <a:latin typeface="Arial" panose="020B0604020202020204" pitchFamily="34" charset="0"/>
                <a:ea typeface="+mn-ea"/>
                <a:cs typeface="Arial" panose="020B0604020202020204" pitchFamily="34" charset="0"/>
              </a:rPr>
              <a:t>Smart Expert Partner</a:t>
            </a:r>
          </a:p>
          <a:p>
            <a:pPr algn="r" rtl="0">
              <a:buClrTx/>
            </a:pPr>
            <a:r>
              <a:rPr lang="en-GB" sz="1400" kern="1200" noProof="0">
                <a:solidFill>
                  <a:schemeClr val="bg1"/>
                </a:solidFill>
                <a:latin typeface="Arial" panose="020B0604020202020204" pitchFamily="34" charset="0"/>
                <a:ea typeface="+mn-ea"/>
                <a:cs typeface="Arial" panose="020B0604020202020204" pitchFamily="34" charset="0"/>
              </a:rPr>
              <a:t>NX, Teamcenter, Polarion, … </a:t>
            </a:r>
          </a:p>
          <a:p>
            <a:pPr algn="r"/>
            <a:r>
              <a:rPr lang="en-GB" sz="1400" noProof="0">
                <a:solidFill>
                  <a:schemeClr val="bg1"/>
                </a:solidFill>
                <a:latin typeface="Arial" panose="020B0604020202020204" pitchFamily="34" charset="0"/>
                <a:cs typeface="Arial" panose="020B0604020202020204" pitchFamily="34" charset="0"/>
              </a:rPr>
              <a:t>Extensive expertise in Siemens software products</a:t>
            </a:r>
          </a:p>
        </p:txBody>
      </p:sp>
      <p:sp>
        <p:nvSpPr>
          <p:cNvPr id="14" name="Textfeld 13">
            <a:extLst>
              <a:ext uri="{FF2B5EF4-FFF2-40B4-BE49-F238E27FC236}">
                <a16:creationId xmlns:a16="http://schemas.microsoft.com/office/drawing/2014/main" id="{676754EA-38A7-E955-6403-A3E0A5D9F305}"/>
              </a:ext>
            </a:extLst>
          </p:cNvPr>
          <p:cNvSpPr txBox="1"/>
          <p:nvPr/>
        </p:nvSpPr>
        <p:spPr>
          <a:xfrm>
            <a:off x="254758" y="4321642"/>
            <a:ext cx="4460031" cy="677108"/>
          </a:xfrm>
          <a:prstGeom prst="rect">
            <a:avLst/>
          </a:prstGeom>
          <a:noFill/>
        </p:spPr>
        <p:txBody>
          <a:bodyPr vert="horz" wrap="square" lIns="0" tIns="0" rIns="0" bIns="0" rtlCol="0">
            <a:spAutoFit/>
          </a:bodyPr>
          <a:lstStyle/>
          <a:p>
            <a:pPr algn="r"/>
            <a:r>
              <a:rPr lang="en-GB" sz="1600" b="1" noProof="0">
                <a:solidFill>
                  <a:schemeClr val="bg1"/>
                </a:solidFill>
                <a:latin typeface="Arial" panose="020B0604020202020204" pitchFamily="34" charset="0"/>
                <a:cs typeface="Arial" panose="020B0604020202020204" pitchFamily="34" charset="0"/>
              </a:rPr>
              <a:t>Long-Established</a:t>
            </a:r>
          </a:p>
          <a:p>
            <a:pPr algn="r"/>
            <a:r>
              <a:rPr lang="en-GB" sz="1400" noProof="0">
                <a:solidFill>
                  <a:schemeClr val="bg1"/>
                </a:solidFill>
                <a:latin typeface="Arial" panose="020B0604020202020204" pitchFamily="34" charset="0"/>
                <a:cs typeface="Arial" panose="020B0604020202020204" pitchFamily="34" charset="0"/>
              </a:rPr>
              <a:t>BCT Software is part of the Siemens ecosystem and is sold and supported by Siemens worldwide</a:t>
            </a:r>
          </a:p>
        </p:txBody>
      </p:sp>
      <p:sp>
        <p:nvSpPr>
          <p:cNvPr id="15" name="Freeform 290">
            <a:extLst>
              <a:ext uri="{FF2B5EF4-FFF2-40B4-BE49-F238E27FC236}">
                <a16:creationId xmlns:a16="http://schemas.microsoft.com/office/drawing/2014/main" id="{B2102B77-C152-94C4-C20D-1A88BAE844E9}"/>
              </a:ext>
            </a:extLst>
          </p:cNvPr>
          <p:cNvSpPr>
            <a:spLocks noChangeArrowheads="1"/>
          </p:cNvSpPr>
          <p:nvPr/>
        </p:nvSpPr>
        <p:spPr bwMode="auto">
          <a:xfrm>
            <a:off x="5002820" y="4374816"/>
            <a:ext cx="504056" cy="390410"/>
          </a:xfrm>
          <a:custGeom>
            <a:avLst/>
            <a:gdLst>
              <a:gd name="T0" fmla="*/ 995 w 996"/>
              <a:gd name="T1" fmla="*/ 409 h 770"/>
              <a:gd name="T2" fmla="*/ 836 w 996"/>
              <a:gd name="T3" fmla="*/ 409 h 770"/>
              <a:gd name="T4" fmla="*/ 543 w 996"/>
              <a:gd name="T5" fmla="*/ 192 h 770"/>
              <a:gd name="T6" fmla="*/ 384 w 996"/>
              <a:gd name="T7" fmla="*/ 275 h 770"/>
              <a:gd name="T8" fmla="*/ 360 w 996"/>
              <a:gd name="T9" fmla="*/ 158 h 770"/>
              <a:gd name="T10" fmla="*/ 702 w 996"/>
              <a:gd name="T11" fmla="*/ 33 h 770"/>
              <a:gd name="T12" fmla="*/ 836 w 996"/>
              <a:gd name="T13" fmla="*/ 133 h 770"/>
              <a:gd name="T14" fmla="*/ 334 w 996"/>
              <a:gd name="T15" fmla="*/ 626 h 770"/>
              <a:gd name="T16" fmla="*/ 276 w 996"/>
              <a:gd name="T17" fmla="*/ 551 h 770"/>
              <a:gd name="T18" fmla="*/ 209 w 996"/>
              <a:gd name="T19" fmla="*/ 484 h 770"/>
              <a:gd name="T20" fmla="*/ 109 w 996"/>
              <a:gd name="T21" fmla="*/ 434 h 770"/>
              <a:gd name="T22" fmla="*/ 159 w 996"/>
              <a:gd name="T23" fmla="*/ 535 h 770"/>
              <a:gd name="T24" fmla="*/ 226 w 996"/>
              <a:gd name="T25" fmla="*/ 602 h 770"/>
              <a:gd name="T26" fmla="*/ 293 w 996"/>
              <a:gd name="T27" fmla="*/ 668 h 770"/>
              <a:gd name="T28" fmla="*/ 393 w 996"/>
              <a:gd name="T29" fmla="*/ 727 h 770"/>
              <a:gd name="T30" fmla="*/ 334 w 996"/>
              <a:gd name="T31" fmla="*/ 626 h 770"/>
              <a:gd name="T32" fmla="*/ 594 w 996"/>
              <a:gd name="T33" fmla="*/ 267 h 770"/>
              <a:gd name="T34" fmla="*/ 443 w 996"/>
              <a:gd name="T35" fmla="*/ 301 h 770"/>
              <a:gd name="T36" fmla="*/ 284 w 996"/>
              <a:gd name="T37" fmla="*/ 217 h 770"/>
              <a:gd name="T38" fmla="*/ 460 w 996"/>
              <a:gd name="T39" fmla="*/ 50 h 770"/>
              <a:gd name="T40" fmla="*/ 184 w 996"/>
              <a:gd name="T41" fmla="*/ 100 h 770"/>
              <a:gd name="T42" fmla="*/ 0 w 996"/>
              <a:gd name="T43" fmla="*/ 66 h 770"/>
              <a:gd name="T44" fmla="*/ 50 w 996"/>
              <a:gd name="T45" fmla="*/ 443 h 770"/>
              <a:gd name="T46" fmla="*/ 234 w 996"/>
              <a:gd name="T47" fmla="*/ 392 h 770"/>
              <a:gd name="T48" fmla="*/ 293 w 996"/>
              <a:gd name="T49" fmla="*/ 468 h 770"/>
              <a:gd name="T50" fmla="*/ 360 w 996"/>
              <a:gd name="T51" fmla="*/ 535 h 770"/>
              <a:gd name="T52" fmla="*/ 426 w 996"/>
              <a:gd name="T53" fmla="*/ 610 h 770"/>
              <a:gd name="T54" fmla="*/ 477 w 996"/>
              <a:gd name="T55" fmla="*/ 727 h 770"/>
              <a:gd name="T56" fmla="*/ 543 w 996"/>
              <a:gd name="T57" fmla="*/ 660 h 770"/>
              <a:gd name="T58" fmla="*/ 485 w 996"/>
              <a:gd name="T59" fmla="*/ 585 h 770"/>
              <a:gd name="T60" fmla="*/ 569 w 996"/>
              <a:gd name="T61" fmla="*/ 668 h 770"/>
              <a:gd name="T62" fmla="*/ 627 w 996"/>
              <a:gd name="T63" fmla="*/ 602 h 770"/>
              <a:gd name="T64" fmla="*/ 652 w 996"/>
              <a:gd name="T65" fmla="*/ 610 h 770"/>
              <a:gd name="T66" fmla="*/ 719 w 996"/>
              <a:gd name="T67" fmla="*/ 543 h 770"/>
              <a:gd name="T68" fmla="*/ 727 w 996"/>
              <a:gd name="T69" fmla="*/ 526 h 770"/>
              <a:gd name="T70" fmla="*/ 786 w 996"/>
              <a:gd name="T71" fmla="*/ 535 h 770"/>
              <a:gd name="T72" fmla="*/ 786 w 996"/>
              <a:gd name="T73" fmla="*/ 468 h 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96" h="770">
                <a:moveTo>
                  <a:pt x="995" y="100"/>
                </a:moveTo>
                <a:cubicBezTo>
                  <a:pt x="995" y="409"/>
                  <a:pt x="995" y="409"/>
                  <a:pt x="995" y="409"/>
                </a:cubicBezTo>
                <a:cubicBezTo>
                  <a:pt x="995" y="409"/>
                  <a:pt x="928" y="426"/>
                  <a:pt x="920" y="426"/>
                </a:cubicBezTo>
                <a:cubicBezTo>
                  <a:pt x="903" y="426"/>
                  <a:pt x="861" y="443"/>
                  <a:pt x="836" y="409"/>
                </a:cubicBezTo>
                <a:cubicBezTo>
                  <a:pt x="786" y="367"/>
                  <a:pt x="619" y="192"/>
                  <a:pt x="619" y="192"/>
                </a:cubicBezTo>
                <a:cubicBezTo>
                  <a:pt x="619" y="192"/>
                  <a:pt x="594" y="167"/>
                  <a:pt x="543" y="192"/>
                </a:cubicBezTo>
                <a:cubicBezTo>
                  <a:pt x="502" y="217"/>
                  <a:pt x="443" y="250"/>
                  <a:pt x="418" y="259"/>
                </a:cubicBezTo>
                <a:cubicBezTo>
                  <a:pt x="410" y="267"/>
                  <a:pt x="393" y="275"/>
                  <a:pt x="384" y="275"/>
                </a:cubicBezTo>
                <a:cubicBezTo>
                  <a:pt x="351" y="275"/>
                  <a:pt x="326" y="242"/>
                  <a:pt x="326" y="209"/>
                </a:cubicBezTo>
                <a:cubicBezTo>
                  <a:pt x="326" y="183"/>
                  <a:pt x="343" y="167"/>
                  <a:pt x="360" y="158"/>
                </a:cubicBezTo>
                <a:cubicBezTo>
                  <a:pt x="426" y="116"/>
                  <a:pt x="552" y="50"/>
                  <a:pt x="602" y="16"/>
                </a:cubicBezTo>
                <a:cubicBezTo>
                  <a:pt x="635" y="0"/>
                  <a:pt x="652" y="0"/>
                  <a:pt x="702" y="33"/>
                </a:cubicBezTo>
                <a:cubicBezTo>
                  <a:pt x="752" y="83"/>
                  <a:pt x="803" y="125"/>
                  <a:pt x="803" y="125"/>
                </a:cubicBezTo>
                <a:cubicBezTo>
                  <a:pt x="803" y="125"/>
                  <a:pt x="819" y="133"/>
                  <a:pt x="836" y="133"/>
                </a:cubicBezTo>
                <a:cubicBezTo>
                  <a:pt x="878" y="125"/>
                  <a:pt x="995" y="100"/>
                  <a:pt x="995" y="100"/>
                </a:cubicBezTo>
                <a:close/>
                <a:moveTo>
                  <a:pt x="334" y="626"/>
                </a:moveTo>
                <a:cubicBezTo>
                  <a:pt x="343" y="610"/>
                  <a:pt x="343" y="585"/>
                  <a:pt x="326" y="568"/>
                </a:cubicBezTo>
                <a:cubicBezTo>
                  <a:pt x="309" y="551"/>
                  <a:pt x="293" y="551"/>
                  <a:pt x="276" y="551"/>
                </a:cubicBezTo>
                <a:cubicBezTo>
                  <a:pt x="276" y="535"/>
                  <a:pt x="276" y="510"/>
                  <a:pt x="259" y="501"/>
                </a:cubicBezTo>
                <a:cubicBezTo>
                  <a:pt x="251" y="484"/>
                  <a:pt x="226" y="476"/>
                  <a:pt x="209" y="484"/>
                </a:cubicBezTo>
                <a:cubicBezTo>
                  <a:pt x="217" y="468"/>
                  <a:pt x="209" y="443"/>
                  <a:pt x="201" y="426"/>
                </a:cubicBezTo>
                <a:cubicBezTo>
                  <a:pt x="176" y="401"/>
                  <a:pt x="134" y="409"/>
                  <a:pt x="109" y="434"/>
                </a:cubicBezTo>
                <a:cubicBezTo>
                  <a:pt x="92" y="451"/>
                  <a:pt x="75" y="501"/>
                  <a:pt x="92" y="526"/>
                </a:cubicBezTo>
                <a:cubicBezTo>
                  <a:pt x="117" y="551"/>
                  <a:pt x="142" y="535"/>
                  <a:pt x="159" y="535"/>
                </a:cubicBezTo>
                <a:cubicBezTo>
                  <a:pt x="159" y="551"/>
                  <a:pt x="142" y="568"/>
                  <a:pt x="159" y="593"/>
                </a:cubicBezTo>
                <a:cubicBezTo>
                  <a:pt x="176" y="618"/>
                  <a:pt x="209" y="602"/>
                  <a:pt x="226" y="602"/>
                </a:cubicBezTo>
                <a:cubicBezTo>
                  <a:pt x="217" y="618"/>
                  <a:pt x="201" y="643"/>
                  <a:pt x="226" y="668"/>
                </a:cubicBezTo>
                <a:cubicBezTo>
                  <a:pt x="242" y="685"/>
                  <a:pt x="276" y="677"/>
                  <a:pt x="293" y="668"/>
                </a:cubicBezTo>
                <a:cubicBezTo>
                  <a:pt x="284" y="693"/>
                  <a:pt x="268" y="710"/>
                  <a:pt x="293" y="744"/>
                </a:cubicBezTo>
                <a:cubicBezTo>
                  <a:pt x="318" y="769"/>
                  <a:pt x="368" y="752"/>
                  <a:pt x="393" y="727"/>
                </a:cubicBezTo>
                <a:cubicBezTo>
                  <a:pt x="418" y="702"/>
                  <a:pt x="418" y="668"/>
                  <a:pt x="393" y="643"/>
                </a:cubicBezTo>
                <a:cubicBezTo>
                  <a:pt x="376" y="626"/>
                  <a:pt x="360" y="626"/>
                  <a:pt x="334" y="626"/>
                </a:cubicBezTo>
                <a:close/>
                <a:moveTo>
                  <a:pt x="786" y="468"/>
                </a:moveTo>
                <a:cubicBezTo>
                  <a:pt x="610" y="284"/>
                  <a:pt x="694" y="367"/>
                  <a:pt x="594" y="267"/>
                </a:cubicBezTo>
                <a:cubicBezTo>
                  <a:pt x="594" y="267"/>
                  <a:pt x="569" y="234"/>
                  <a:pt x="527" y="259"/>
                </a:cubicBezTo>
                <a:cubicBezTo>
                  <a:pt x="502" y="267"/>
                  <a:pt x="468" y="284"/>
                  <a:pt x="443" y="301"/>
                </a:cubicBezTo>
                <a:cubicBezTo>
                  <a:pt x="418" y="309"/>
                  <a:pt x="393" y="317"/>
                  <a:pt x="384" y="317"/>
                </a:cubicBezTo>
                <a:cubicBezTo>
                  <a:pt x="326" y="317"/>
                  <a:pt x="284" y="267"/>
                  <a:pt x="284" y="217"/>
                </a:cubicBezTo>
                <a:cubicBezTo>
                  <a:pt x="284" y="175"/>
                  <a:pt x="301" y="142"/>
                  <a:pt x="334" y="125"/>
                </a:cubicBezTo>
                <a:cubicBezTo>
                  <a:pt x="368" y="100"/>
                  <a:pt x="460" y="50"/>
                  <a:pt x="460" y="50"/>
                </a:cubicBezTo>
                <a:cubicBezTo>
                  <a:pt x="460" y="50"/>
                  <a:pt x="435" y="8"/>
                  <a:pt x="376" y="8"/>
                </a:cubicBezTo>
                <a:cubicBezTo>
                  <a:pt x="309" y="8"/>
                  <a:pt x="184" y="100"/>
                  <a:pt x="184" y="100"/>
                </a:cubicBezTo>
                <a:cubicBezTo>
                  <a:pt x="184" y="100"/>
                  <a:pt x="150" y="116"/>
                  <a:pt x="100" y="100"/>
                </a:cubicBezTo>
                <a:cubicBezTo>
                  <a:pt x="0" y="66"/>
                  <a:pt x="0" y="66"/>
                  <a:pt x="0" y="66"/>
                </a:cubicBezTo>
                <a:cubicBezTo>
                  <a:pt x="0" y="426"/>
                  <a:pt x="0" y="426"/>
                  <a:pt x="0" y="426"/>
                </a:cubicBezTo>
                <a:cubicBezTo>
                  <a:pt x="0" y="426"/>
                  <a:pt x="25" y="434"/>
                  <a:pt x="50" y="443"/>
                </a:cubicBezTo>
                <a:cubicBezTo>
                  <a:pt x="59" y="426"/>
                  <a:pt x="67" y="409"/>
                  <a:pt x="83" y="392"/>
                </a:cubicBezTo>
                <a:cubicBezTo>
                  <a:pt x="125" y="351"/>
                  <a:pt x="192" y="351"/>
                  <a:pt x="234" y="392"/>
                </a:cubicBezTo>
                <a:cubicBezTo>
                  <a:pt x="242" y="409"/>
                  <a:pt x="251" y="417"/>
                  <a:pt x="251" y="434"/>
                </a:cubicBezTo>
                <a:cubicBezTo>
                  <a:pt x="268" y="443"/>
                  <a:pt x="284" y="451"/>
                  <a:pt x="293" y="468"/>
                </a:cubicBezTo>
                <a:cubicBezTo>
                  <a:pt x="309" y="476"/>
                  <a:pt x="318" y="493"/>
                  <a:pt x="318" y="510"/>
                </a:cubicBezTo>
                <a:cubicBezTo>
                  <a:pt x="334" y="510"/>
                  <a:pt x="351" y="518"/>
                  <a:pt x="360" y="535"/>
                </a:cubicBezTo>
                <a:cubicBezTo>
                  <a:pt x="376" y="551"/>
                  <a:pt x="384" y="568"/>
                  <a:pt x="384" y="585"/>
                </a:cubicBezTo>
                <a:cubicBezTo>
                  <a:pt x="401" y="585"/>
                  <a:pt x="418" y="593"/>
                  <a:pt x="426" y="610"/>
                </a:cubicBezTo>
                <a:cubicBezTo>
                  <a:pt x="451" y="635"/>
                  <a:pt x="460" y="668"/>
                  <a:pt x="451" y="702"/>
                </a:cubicBezTo>
                <a:cubicBezTo>
                  <a:pt x="460" y="702"/>
                  <a:pt x="468" y="718"/>
                  <a:pt x="477" y="727"/>
                </a:cubicBezTo>
                <a:cubicBezTo>
                  <a:pt x="493" y="744"/>
                  <a:pt x="527" y="744"/>
                  <a:pt x="543" y="727"/>
                </a:cubicBezTo>
                <a:cubicBezTo>
                  <a:pt x="560" y="710"/>
                  <a:pt x="560" y="677"/>
                  <a:pt x="543" y="660"/>
                </a:cubicBezTo>
                <a:lnTo>
                  <a:pt x="535" y="660"/>
                </a:lnTo>
                <a:cubicBezTo>
                  <a:pt x="485" y="602"/>
                  <a:pt x="477" y="593"/>
                  <a:pt x="485" y="585"/>
                </a:cubicBezTo>
                <a:cubicBezTo>
                  <a:pt x="493" y="585"/>
                  <a:pt x="502" y="593"/>
                  <a:pt x="560" y="660"/>
                </a:cubicBezTo>
                <a:cubicBezTo>
                  <a:pt x="569" y="668"/>
                  <a:pt x="569" y="668"/>
                  <a:pt x="569" y="668"/>
                </a:cubicBezTo>
                <a:cubicBezTo>
                  <a:pt x="585" y="685"/>
                  <a:pt x="610" y="685"/>
                  <a:pt x="627" y="668"/>
                </a:cubicBezTo>
                <a:cubicBezTo>
                  <a:pt x="644" y="652"/>
                  <a:pt x="644" y="618"/>
                  <a:pt x="627" y="602"/>
                </a:cubicBezTo>
                <a:cubicBezTo>
                  <a:pt x="569" y="535"/>
                  <a:pt x="560" y="526"/>
                  <a:pt x="560" y="518"/>
                </a:cubicBezTo>
                <a:cubicBezTo>
                  <a:pt x="569" y="518"/>
                  <a:pt x="594" y="551"/>
                  <a:pt x="652" y="610"/>
                </a:cubicBezTo>
                <a:cubicBezTo>
                  <a:pt x="669" y="626"/>
                  <a:pt x="702" y="626"/>
                  <a:pt x="719" y="610"/>
                </a:cubicBezTo>
                <a:cubicBezTo>
                  <a:pt x="727" y="593"/>
                  <a:pt x="736" y="568"/>
                  <a:pt x="719" y="543"/>
                </a:cubicBezTo>
                <a:cubicBezTo>
                  <a:pt x="644" y="468"/>
                  <a:pt x="644" y="468"/>
                  <a:pt x="652" y="459"/>
                </a:cubicBezTo>
                <a:lnTo>
                  <a:pt x="727" y="526"/>
                </a:lnTo>
                <a:cubicBezTo>
                  <a:pt x="727" y="535"/>
                  <a:pt x="727" y="535"/>
                  <a:pt x="727" y="535"/>
                </a:cubicBezTo>
                <a:cubicBezTo>
                  <a:pt x="744" y="551"/>
                  <a:pt x="769" y="551"/>
                  <a:pt x="786" y="535"/>
                </a:cubicBezTo>
                <a:cubicBezTo>
                  <a:pt x="803" y="510"/>
                  <a:pt x="803" y="484"/>
                  <a:pt x="786" y="468"/>
                </a:cubicBezTo>
                <a:close/>
                <a:moveTo>
                  <a:pt x="786" y="468"/>
                </a:moveTo>
                <a:lnTo>
                  <a:pt x="786" y="468"/>
                </a:lnTo>
                <a:close/>
              </a:path>
            </a:pathLst>
          </a:custGeom>
          <a:solidFill>
            <a:schemeClr val="bg1"/>
          </a:solidFill>
          <a:ln>
            <a:noFill/>
          </a:ln>
          <a:effectLst/>
        </p:spPr>
        <p:txBody>
          <a:bodyPr wrap="none" lIns="182843" tIns="91422" rIns="182843" bIns="91422" anchor="ctr"/>
          <a:lstStyle/>
          <a:p>
            <a:pPr algn="l" rtl="0">
              <a:buClrTx/>
              <a:defRPr/>
            </a:pPr>
            <a:endParaRPr lang="en-GB" kern="1200" noProof="0">
              <a:solidFill>
                <a:schemeClr val="bg1"/>
              </a:solidFill>
              <a:latin typeface="Arial"/>
              <a:ea typeface="SimSun" charset="0"/>
              <a:cs typeface="+mn-cs"/>
            </a:endParaRPr>
          </a:p>
        </p:txBody>
      </p:sp>
      <p:sp>
        <p:nvSpPr>
          <p:cNvPr id="16" name="AutoShape 123">
            <a:extLst>
              <a:ext uri="{FF2B5EF4-FFF2-40B4-BE49-F238E27FC236}">
                <a16:creationId xmlns:a16="http://schemas.microsoft.com/office/drawing/2014/main" id="{AB0296C6-71F3-4E93-7519-C5F5D86215F3}"/>
              </a:ext>
            </a:extLst>
          </p:cNvPr>
          <p:cNvSpPr>
            <a:spLocks/>
          </p:cNvSpPr>
          <p:nvPr/>
        </p:nvSpPr>
        <p:spPr bwMode="auto">
          <a:xfrm>
            <a:off x="5046152" y="3136894"/>
            <a:ext cx="407262" cy="44810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6949"/>
                </a:moveTo>
                <a:cubicBezTo>
                  <a:pt x="21599"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bg1"/>
          </a:solidFill>
          <a:ln>
            <a:noFill/>
          </a:ln>
          <a:effectLst/>
        </p:spPr>
        <p:txBody>
          <a:bodyPr lIns="50789" tIns="50789" rIns="50789" bIns="50789" anchor="ctr"/>
          <a:lstStyle/>
          <a:p>
            <a:pPr algn="l" defTabSz="457098" rtl="0">
              <a:buClrTx/>
              <a:defRPr/>
            </a:pPr>
            <a:endParaRPr lang="en-GB" sz="2900" kern="1200" noProof="0">
              <a:solidFill>
                <a:schemeClr val="bg1"/>
              </a:solidFill>
              <a:effectLst>
                <a:outerShdw blurRad="38100" dist="38100" dir="2700000" algn="tl">
                  <a:srgbClr val="000000"/>
                </a:outerShdw>
              </a:effectLst>
              <a:latin typeface="Gill Sans" charset="0"/>
              <a:ea typeface="+mn-ea"/>
              <a:cs typeface="Gill Sans" charset="0"/>
              <a:sym typeface="Gill Sans" charset="0"/>
            </a:endParaRPr>
          </a:p>
        </p:txBody>
      </p:sp>
      <p:sp>
        <p:nvSpPr>
          <p:cNvPr id="17" name="Textfeld 16">
            <a:extLst>
              <a:ext uri="{FF2B5EF4-FFF2-40B4-BE49-F238E27FC236}">
                <a16:creationId xmlns:a16="http://schemas.microsoft.com/office/drawing/2014/main" id="{D7661C63-0762-C9DE-335A-697875FF6541}"/>
              </a:ext>
            </a:extLst>
          </p:cNvPr>
          <p:cNvSpPr txBox="1"/>
          <p:nvPr/>
        </p:nvSpPr>
        <p:spPr>
          <a:xfrm>
            <a:off x="6731013" y="1645410"/>
            <a:ext cx="4460031" cy="892552"/>
          </a:xfrm>
          <a:prstGeom prst="rect">
            <a:avLst/>
          </a:prstGeom>
          <a:noFill/>
        </p:spPr>
        <p:txBody>
          <a:bodyPr vert="horz" wrap="square" lIns="0" tIns="0" rIns="0" bIns="0" rtlCol="0">
            <a:spAutoFit/>
          </a:bodyPr>
          <a:lstStyle/>
          <a:p>
            <a:r>
              <a:rPr lang="en-GB" sz="1600" b="1" noProof="0">
                <a:solidFill>
                  <a:schemeClr val="bg1"/>
                </a:solidFill>
                <a:latin typeface="Arial" panose="020B0604020202020204" pitchFamily="34" charset="0"/>
                <a:cs typeface="Arial" panose="020B0604020202020204" pitchFamily="34" charset="0"/>
              </a:rPr>
              <a:t>Siemens PLM Partner since 1994</a:t>
            </a:r>
            <a:br>
              <a:rPr lang="en-GB" sz="1600" b="1" kern="1200" noProof="0">
                <a:solidFill>
                  <a:schemeClr val="bg1"/>
                </a:solidFill>
                <a:latin typeface="Arial" panose="020B0604020202020204" pitchFamily="34" charset="0"/>
                <a:ea typeface="+mn-ea"/>
                <a:cs typeface="Arial" panose="020B0604020202020204" pitchFamily="34" charset="0"/>
              </a:rPr>
            </a:br>
            <a:r>
              <a:rPr lang="en-GB" sz="1400" kern="1200" noProof="0">
                <a:solidFill>
                  <a:schemeClr val="bg1"/>
                </a:solidFill>
                <a:latin typeface="Arial" panose="020B0604020202020204" pitchFamily="34" charset="0"/>
                <a:ea typeface="+mn-ea"/>
                <a:cs typeface="Arial" panose="020B0604020202020204" pitchFamily="34" charset="0"/>
              </a:rPr>
              <a:t>Platinum Channel Sales &amp; Platinum </a:t>
            </a:r>
            <a:br>
              <a:rPr lang="en-GB" sz="1400" kern="1200" noProof="0">
                <a:solidFill>
                  <a:schemeClr val="bg1"/>
                </a:solidFill>
                <a:latin typeface="Arial" panose="020B0604020202020204" pitchFamily="34" charset="0"/>
                <a:ea typeface="+mn-ea"/>
                <a:cs typeface="Arial" panose="020B0604020202020204" pitchFamily="34" charset="0"/>
              </a:rPr>
            </a:br>
            <a:r>
              <a:rPr lang="en-GB" sz="1400" kern="1200" noProof="0">
                <a:solidFill>
                  <a:schemeClr val="bg1"/>
                </a:solidFill>
                <a:latin typeface="Arial" panose="020B0604020202020204" pitchFamily="34" charset="0"/>
                <a:ea typeface="+mn-ea"/>
                <a:cs typeface="Arial" panose="020B0604020202020204" pitchFamily="34" charset="0"/>
              </a:rPr>
              <a:t>Software &amp; Technology </a:t>
            </a:r>
            <a:br>
              <a:rPr lang="en-GB" sz="1400" kern="1200" noProof="0">
                <a:solidFill>
                  <a:schemeClr val="bg1"/>
                </a:solidFill>
                <a:latin typeface="Arial" panose="020B0604020202020204" pitchFamily="34" charset="0"/>
                <a:ea typeface="+mn-ea"/>
                <a:cs typeface="Arial" panose="020B0604020202020204" pitchFamily="34" charset="0"/>
              </a:rPr>
            </a:br>
            <a:r>
              <a:rPr lang="en-GB" sz="1400" noProof="0">
                <a:solidFill>
                  <a:schemeClr val="bg1"/>
                </a:solidFill>
                <a:latin typeface="Arial" panose="020B0604020202020204" pitchFamily="34" charset="0"/>
                <a:cs typeface="Arial" panose="020B0604020202020204" pitchFamily="34" charset="0"/>
              </a:rPr>
              <a:t>Close collaboration with Siemens PLM</a:t>
            </a:r>
            <a:endParaRPr lang="en-GB" sz="1400" kern="1200" noProof="0">
              <a:solidFill>
                <a:schemeClr val="bg1"/>
              </a:solidFill>
              <a:latin typeface="Arial" panose="020B0604020202020204" pitchFamily="34" charset="0"/>
              <a:ea typeface="+mn-ea"/>
              <a:cs typeface="Arial" panose="020B0604020202020204" pitchFamily="34" charset="0"/>
            </a:endParaRPr>
          </a:p>
        </p:txBody>
      </p:sp>
      <p:sp>
        <p:nvSpPr>
          <p:cNvPr id="18" name="Freeform 298">
            <a:extLst>
              <a:ext uri="{FF2B5EF4-FFF2-40B4-BE49-F238E27FC236}">
                <a16:creationId xmlns:a16="http://schemas.microsoft.com/office/drawing/2014/main" id="{65BD5E43-E778-5834-4E30-961E357D68AE}"/>
              </a:ext>
            </a:extLst>
          </p:cNvPr>
          <p:cNvSpPr>
            <a:spLocks noChangeArrowheads="1"/>
          </p:cNvSpPr>
          <p:nvPr/>
        </p:nvSpPr>
        <p:spPr bwMode="auto">
          <a:xfrm>
            <a:off x="6031201" y="1833029"/>
            <a:ext cx="503925" cy="504056"/>
          </a:xfrm>
          <a:custGeom>
            <a:avLst/>
            <a:gdLst>
              <a:gd name="T0" fmla="*/ 852 w 1606"/>
              <a:gd name="T1" fmla="*/ 0 h 1607"/>
              <a:gd name="T2" fmla="*/ 0 w 1606"/>
              <a:gd name="T3" fmla="*/ 753 h 1607"/>
              <a:gd name="T4" fmla="*/ 752 w 1606"/>
              <a:gd name="T5" fmla="*/ 1606 h 1607"/>
              <a:gd name="T6" fmla="*/ 1605 w 1606"/>
              <a:gd name="T7" fmla="*/ 853 h 1607"/>
              <a:gd name="T8" fmla="*/ 501 w 1606"/>
              <a:gd name="T9" fmla="*/ 176 h 1607"/>
              <a:gd name="T10" fmla="*/ 217 w 1606"/>
              <a:gd name="T11" fmla="*/ 427 h 1607"/>
              <a:gd name="T12" fmla="*/ 158 w 1606"/>
              <a:gd name="T13" fmla="*/ 535 h 1607"/>
              <a:gd name="T14" fmla="*/ 317 w 1606"/>
              <a:gd name="T15" fmla="*/ 753 h 1607"/>
              <a:gd name="T16" fmla="*/ 158 w 1606"/>
              <a:gd name="T17" fmla="*/ 535 h 1607"/>
              <a:gd name="T18" fmla="*/ 317 w 1606"/>
              <a:gd name="T19" fmla="*/ 853 h 1607"/>
              <a:gd name="T20" fmla="*/ 158 w 1606"/>
              <a:gd name="T21" fmla="*/ 1071 h 1607"/>
              <a:gd name="T22" fmla="*/ 217 w 1606"/>
              <a:gd name="T23" fmla="*/ 1179 h 1607"/>
              <a:gd name="T24" fmla="*/ 501 w 1606"/>
              <a:gd name="T25" fmla="*/ 1430 h 1607"/>
              <a:gd name="T26" fmla="*/ 752 w 1606"/>
              <a:gd name="T27" fmla="*/ 1497 h 1607"/>
              <a:gd name="T28" fmla="*/ 752 w 1606"/>
              <a:gd name="T29" fmla="*/ 1179 h 1607"/>
              <a:gd name="T30" fmla="*/ 752 w 1606"/>
              <a:gd name="T31" fmla="*/ 1071 h 1607"/>
              <a:gd name="T32" fmla="*/ 426 w 1606"/>
              <a:gd name="T33" fmla="*/ 853 h 1607"/>
              <a:gd name="T34" fmla="*/ 752 w 1606"/>
              <a:gd name="T35" fmla="*/ 1071 h 1607"/>
              <a:gd name="T36" fmla="*/ 426 w 1606"/>
              <a:gd name="T37" fmla="*/ 753 h 1607"/>
              <a:gd name="T38" fmla="*/ 752 w 1606"/>
              <a:gd name="T39" fmla="*/ 535 h 1607"/>
              <a:gd name="T40" fmla="*/ 752 w 1606"/>
              <a:gd name="T41" fmla="*/ 427 h 1607"/>
              <a:gd name="T42" fmla="*/ 752 w 1606"/>
              <a:gd name="T43" fmla="*/ 109 h 1607"/>
              <a:gd name="T44" fmla="*/ 1387 w 1606"/>
              <a:gd name="T45" fmla="*/ 427 h 1607"/>
              <a:gd name="T46" fmla="*/ 1103 w 1606"/>
              <a:gd name="T47" fmla="*/ 176 h 1607"/>
              <a:gd name="T48" fmla="*/ 852 w 1606"/>
              <a:gd name="T49" fmla="*/ 109 h 1607"/>
              <a:gd name="T50" fmla="*/ 852 w 1606"/>
              <a:gd name="T51" fmla="*/ 427 h 1607"/>
              <a:gd name="T52" fmla="*/ 852 w 1606"/>
              <a:gd name="T53" fmla="*/ 535 h 1607"/>
              <a:gd name="T54" fmla="*/ 1178 w 1606"/>
              <a:gd name="T55" fmla="*/ 753 h 1607"/>
              <a:gd name="T56" fmla="*/ 852 w 1606"/>
              <a:gd name="T57" fmla="*/ 535 h 1607"/>
              <a:gd name="T58" fmla="*/ 1178 w 1606"/>
              <a:gd name="T59" fmla="*/ 853 h 1607"/>
              <a:gd name="T60" fmla="*/ 852 w 1606"/>
              <a:gd name="T61" fmla="*/ 1071 h 1607"/>
              <a:gd name="T62" fmla="*/ 852 w 1606"/>
              <a:gd name="T63" fmla="*/ 1497 h 1607"/>
              <a:gd name="T64" fmla="*/ 1120 w 1606"/>
              <a:gd name="T65" fmla="*/ 1179 h 1607"/>
              <a:gd name="T66" fmla="*/ 1103 w 1606"/>
              <a:gd name="T67" fmla="*/ 1430 h 1607"/>
              <a:gd name="T68" fmla="*/ 1387 w 1606"/>
              <a:gd name="T69" fmla="*/ 1179 h 1607"/>
              <a:gd name="T70" fmla="*/ 1446 w 1606"/>
              <a:gd name="T71" fmla="*/ 1071 h 1607"/>
              <a:gd name="T72" fmla="*/ 1287 w 1606"/>
              <a:gd name="T73" fmla="*/ 853 h 1607"/>
              <a:gd name="T74" fmla="*/ 1446 w 1606"/>
              <a:gd name="T75" fmla="*/ 1071 h 1607"/>
              <a:gd name="T76" fmla="*/ 1254 w 1606"/>
              <a:gd name="T77" fmla="*/ 535 h 1607"/>
              <a:gd name="T78" fmla="*/ 1496 w 1606"/>
              <a:gd name="T79" fmla="*/ 753 h 1607"/>
              <a:gd name="T80" fmla="*/ 1287 w 1606"/>
              <a:gd name="T81" fmla="*/ 753 h 1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06" h="1607">
                <a:moveTo>
                  <a:pt x="1605" y="753"/>
                </a:moveTo>
                <a:cubicBezTo>
                  <a:pt x="1580" y="352"/>
                  <a:pt x="1254" y="26"/>
                  <a:pt x="852" y="0"/>
                </a:cubicBezTo>
                <a:cubicBezTo>
                  <a:pt x="752" y="0"/>
                  <a:pt x="752" y="0"/>
                  <a:pt x="752" y="0"/>
                </a:cubicBezTo>
                <a:cubicBezTo>
                  <a:pt x="351" y="26"/>
                  <a:pt x="25" y="352"/>
                  <a:pt x="0" y="753"/>
                </a:cubicBezTo>
                <a:cubicBezTo>
                  <a:pt x="0" y="853"/>
                  <a:pt x="0" y="853"/>
                  <a:pt x="0" y="853"/>
                </a:cubicBezTo>
                <a:cubicBezTo>
                  <a:pt x="25" y="1255"/>
                  <a:pt x="351" y="1581"/>
                  <a:pt x="752" y="1606"/>
                </a:cubicBezTo>
                <a:cubicBezTo>
                  <a:pt x="852" y="1606"/>
                  <a:pt x="852" y="1606"/>
                  <a:pt x="852" y="1606"/>
                </a:cubicBezTo>
                <a:cubicBezTo>
                  <a:pt x="1254" y="1581"/>
                  <a:pt x="1580" y="1255"/>
                  <a:pt x="1605" y="853"/>
                </a:cubicBezTo>
                <a:cubicBezTo>
                  <a:pt x="1605" y="753"/>
                  <a:pt x="1605" y="753"/>
                  <a:pt x="1605" y="753"/>
                </a:cubicBezTo>
                <a:close/>
                <a:moveTo>
                  <a:pt x="501" y="176"/>
                </a:moveTo>
                <a:cubicBezTo>
                  <a:pt x="451" y="243"/>
                  <a:pt x="409" y="327"/>
                  <a:pt x="376" y="427"/>
                </a:cubicBezTo>
                <a:cubicBezTo>
                  <a:pt x="217" y="427"/>
                  <a:pt x="217" y="427"/>
                  <a:pt x="217" y="427"/>
                </a:cubicBezTo>
                <a:cubicBezTo>
                  <a:pt x="284" y="318"/>
                  <a:pt x="384" y="226"/>
                  <a:pt x="501" y="176"/>
                </a:cubicBezTo>
                <a:close/>
                <a:moveTo>
                  <a:pt x="158" y="535"/>
                </a:moveTo>
                <a:cubicBezTo>
                  <a:pt x="351" y="535"/>
                  <a:pt x="351" y="535"/>
                  <a:pt x="351" y="535"/>
                </a:cubicBezTo>
                <a:cubicBezTo>
                  <a:pt x="334" y="602"/>
                  <a:pt x="326" y="678"/>
                  <a:pt x="317" y="753"/>
                </a:cubicBezTo>
                <a:cubicBezTo>
                  <a:pt x="108" y="753"/>
                  <a:pt x="108" y="753"/>
                  <a:pt x="108" y="753"/>
                </a:cubicBezTo>
                <a:cubicBezTo>
                  <a:pt x="108" y="678"/>
                  <a:pt x="133" y="602"/>
                  <a:pt x="158" y="535"/>
                </a:cubicBezTo>
                <a:close/>
                <a:moveTo>
                  <a:pt x="108" y="853"/>
                </a:moveTo>
                <a:cubicBezTo>
                  <a:pt x="317" y="853"/>
                  <a:pt x="317" y="853"/>
                  <a:pt x="317" y="853"/>
                </a:cubicBezTo>
                <a:cubicBezTo>
                  <a:pt x="326" y="929"/>
                  <a:pt x="334" y="1004"/>
                  <a:pt x="351" y="1071"/>
                </a:cubicBezTo>
                <a:cubicBezTo>
                  <a:pt x="158" y="1071"/>
                  <a:pt x="158" y="1071"/>
                  <a:pt x="158" y="1071"/>
                </a:cubicBezTo>
                <a:cubicBezTo>
                  <a:pt x="133" y="1004"/>
                  <a:pt x="108" y="929"/>
                  <a:pt x="108" y="853"/>
                </a:cubicBezTo>
                <a:close/>
                <a:moveTo>
                  <a:pt x="217" y="1179"/>
                </a:moveTo>
                <a:cubicBezTo>
                  <a:pt x="376" y="1179"/>
                  <a:pt x="376" y="1179"/>
                  <a:pt x="376" y="1179"/>
                </a:cubicBezTo>
                <a:cubicBezTo>
                  <a:pt x="409" y="1280"/>
                  <a:pt x="451" y="1363"/>
                  <a:pt x="501" y="1430"/>
                </a:cubicBezTo>
                <a:cubicBezTo>
                  <a:pt x="384" y="1380"/>
                  <a:pt x="284" y="1288"/>
                  <a:pt x="217" y="1179"/>
                </a:cubicBezTo>
                <a:close/>
                <a:moveTo>
                  <a:pt x="752" y="1497"/>
                </a:moveTo>
                <a:cubicBezTo>
                  <a:pt x="635" y="1464"/>
                  <a:pt x="543" y="1346"/>
                  <a:pt x="484" y="1179"/>
                </a:cubicBezTo>
                <a:cubicBezTo>
                  <a:pt x="752" y="1179"/>
                  <a:pt x="752" y="1179"/>
                  <a:pt x="752" y="1179"/>
                </a:cubicBezTo>
                <a:lnTo>
                  <a:pt x="752" y="1497"/>
                </a:lnTo>
                <a:close/>
                <a:moveTo>
                  <a:pt x="752" y="1071"/>
                </a:moveTo>
                <a:cubicBezTo>
                  <a:pt x="459" y="1071"/>
                  <a:pt x="459" y="1071"/>
                  <a:pt x="459" y="1071"/>
                </a:cubicBezTo>
                <a:cubicBezTo>
                  <a:pt x="443" y="1004"/>
                  <a:pt x="434" y="929"/>
                  <a:pt x="426" y="853"/>
                </a:cubicBezTo>
                <a:cubicBezTo>
                  <a:pt x="752" y="853"/>
                  <a:pt x="752" y="853"/>
                  <a:pt x="752" y="853"/>
                </a:cubicBezTo>
                <a:lnTo>
                  <a:pt x="752" y="1071"/>
                </a:lnTo>
                <a:close/>
                <a:moveTo>
                  <a:pt x="752" y="753"/>
                </a:moveTo>
                <a:cubicBezTo>
                  <a:pt x="426" y="753"/>
                  <a:pt x="426" y="753"/>
                  <a:pt x="426" y="753"/>
                </a:cubicBezTo>
                <a:cubicBezTo>
                  <a:pt x="434" y="678"/>
                  <a:pt x="443" y="602"/>
                  <a:pt x="459" y="535"/>
                </a:cubicBezTo>
                <a:cubicBezTo>
                  <a:pt x="752" y="535"/>
                  <a:pt x="752" y="535"/>
                  <a:pt x="752" y="535"/>
                </a:cubicBezTo>
                <a:lnTo>
                  <a:pt x="752" y="753"/>
                </a:lnTo>
                <a:close/>
                <a:moveTo>
                  <a:pt x="752" y="427"/>
                </a:moveTo>
                <a:cubicBezTo>
                  <a:pt x="484" y="427"/>
                  <a:pt x="484" y="427"/>
                  <a:pt x="484" y="427"/>
                </a:cubicBezTo>
                <a:cubicBezTo>
                  <a:pt x="543" y="260"/>
                  <a:pt x="635" y="142"/>
                  <a:pt x="752" y="109"/>
                </a:cubicBezTo>
                <a:lnTo>
                  <a:pt x="752" y="427"/>
                </a:lnTo>
                <a:close/>
                <a:moveTo>
                  <a:pt x="1387" y="427"/>
                </a:moveTo>
                <a:cubicBezTo>
                  <a:pt x="1229" y="427"/>
                  <a:pt x="1229" y="427"/>
                  <a:pt x="1229" y="427"/>
                </a:cubicBezTo>
                <a:cubicBezTo>
                  <a:pt x="1195" y="327"/>
                  <a:pt x="1153" y="243"/>
                  <a:pt x="1103" y="176"/>
                </a:cubicBezTo>
                <a:cubicBezTo>
                  <a:pt x="1220" y="226"/>
                  <a:pt x="1320" y="318"/>
                  <a:pt x="1387" y="427"/>
                </a:cubicBezTo>
                <a:close/>
                <a:moveTo>
                  <a:pt x="852" y="109"/>
                </a:moveTo>
                <a:cubicBezTo>
                  <a:pt x="969" y="142"/>
                  <a:pt x="1061" y="260"/>
                  <a:pt x="1120" y="427"/>
                </a:cubicBezTo>
                <a:cubicBezTo>
                  <a:pt x="852" y="427"/>
                  <a:pt x="852" y="427"/>
                  <a:pt x="852" y="427"/>
                </a:cubicBezTo>
                <a:lnTo>
                  <a:pt x="852" y="109"/>
                </a:lnTo>
                <a:close/>
                <a:moveTo>
                  <a:pt x="852" y="535"/>
                </a:moveTo>
                <a:cubicBezTo>
                  <a:pt x="1153" y="535"/>
                  <a:pt x="1153" y="535"/>
                  <a:pt x="1153" y="535"/>
                </a:cubicBezTo>
                <a:cubicBezTo>
                  <a:pt x="1162" y="602"/>
                  <a:pt x="1170" y="678"/>
                  <a:pt x="1178" y="753"/>
                </a:cubicBezTo>
                <a:cubicBezTo>
                  <a:pt x="852" y="753"/>
                  <a:pt x="852" y="753"/>
                  <a:pt x="852" y="753"/>
                </a:cubicBezTo>
                <a:lnTo>
                  <a:pt x="852" y="535"/>
                </a:lnTo>
                <a:close/>
                <a:moveTo>
                  <a:pt x="852" y="853"/>
                </a:moveTo>
                <a:cubicBezTo>
                  <a:pt x="1178" y="853"/>
                  <a:pt x="1178" y="853"/>
                  <a:pt x="1178" y="853"/>
                </a:cubicBezTo>
                <a:cubicBezTo>
                  <a:pt x="1170" y="929"/>
                  <a:pt x="1162" y="1004"/>
                  <a:pt x="1153" y="1071"/>
                </a:cubicBezTo>
                <a:cubicBezTo>
                  <a:pt x="852" y="1071"/>
                  <a:pt x="852" y="1071"/>
                  <a:pt x="852" y="1071"/>
                </a:cubicBezTo>
                <a:lnTo>
                  <a:pt x="852" y="853"/>
                </a:lnTo>
                <a:close/>
                <a:moveTo>
                  <a:pt x="852" y="1497"/>
                </a:moveTo>
                <a:cubicBezTo>
                  <a:pt x="852" y="1179"/>
                  <a:pt x="852" y="1179"/>
                  <a:pt x="852" y="1179"/>
                </a:cubicBezTo>
                <a:cubicBezTo>
                  <a:pt x="1120" y="1179"/>
                  <a:pt x="1120" y="1179"/>
                  <a:pt x="1120" y="1179"/>
                </a:cubicBezTo>
                <a:cubicBezTo>
                  <a:pt x="1061" y="1346"/>
                  <a:pt x="969" y="1464"/>
                  <a:pt x="852" y="1497"/>
                </a:cubicBezTo>
                <a:close/>
                <a:moveTo>
                  <a:pt x="1103" y="1430"/>
                </a:moveTo>
                <a:cubicBezTo>
                  <a:pt x="1153" y="1363"/>
                  <a:pt x="1195" y="1280"/>
                  <a:pt x="1229" y="1179"/>
                </a:cubicBezTo>
                <a:cubicBezTo>
                  <a:pt x="1387" y="1179"/>
                  <a:pt x="1387" y="1179"/>
                  <a:pt x="1387" y="1179"/>
                </a:cubicBezTo>
                <a:cubicBezTo>
                  <a:pt x="1320" y="1288"/>
                  <a:pt x="1220" y="1380"/>
                  <a:pt x="1103" y="1430"/>
                </a:cubicBezTo>
                <a:close/>
                <a:moveTo>
                  <a:pt x="1446" y="1071"/>
                </a:moveTo>
                <a:cubicBezTo>
                  <a:pt x="1254" y="1071"/>
                  <a:pt x="1254" y="1071"/>
                  <a:pt x="1254" y="1071"/>
                </a:cubicBezTo>
                <a:cubicBezTo>
                  <a:pt x="1270" y="1004"/>
                  <a:pt x="1279" y="929"/>
                  <a:pt x="1287" y="853"/>
                </a:cubicBezTo>
                <a:cubicBezTo>
                  <a:pt x="1496" y="853"/>
                  <a:pt x="1496" y="853"/>
                  <a:pt x="1496" y="853"/>
                </a:cubicBezTo>
                <a:cubicBezTo>
                  <a:pt x="1496" y="929"/>
                  <a:pt x="1471" y="1004"/>
                  <a:pt x="1446" y="1071"/>
                </a:cubicBezTo>
                <a:close/>
                <a:moveTo>
                  <a:pt x="1287" y="753"/>
                </a:moveTo>
                <a:cubicBezTo>
                  <a:pt x="1279" y="678"/>
                  <a:pt x="1270" y="602"/>
                  <a:pt x="1254" y="535"/>
                </a:cubicBezTo>
                <a:cubicBezTo>
                  <a:pt x="1446" y="535"/>
                  <a:pt x="1446" y="535"/>
                  <a:pt x="1446" y="535"/>
                </a:cubicBezTo>
                <a:cubicBezTo>
                  <a:pt x="1471" y="602"/>
                  <a:pt x="1496" y="678"/>
                  <a:pt x="1496" y="753"/>
                </a:cubicBezTo>
                <a:lnTo>
                  <a:pt x="1287" y="753"/>
                </a:lnTo>
                <a:close/>
                <a:moveTo>
                  <a:pt x="1287" y="753"/>
                </a:moveTo>
                <a:lnTo>
                  <a:pt x="1287" y="753"/>
                </a:lnTo>
                <a:close/>
              </a:path>
            </a:pathLst>
          </a:custGeom>
          <a:solidFill>
            <a:schemeClr val="bg1"/>
          </a:solidFill>
          <a:ln>
            <a:noFill/>
          </a:ln>
          <a:effectLst/>
        </p:spPr>
        <p:txBody>
          <a:bodyPr wrap="none" lIns="60959" tIns="30479" rIns="60959" bIns="30479" anchor="ctr"/>
          <a:lstStyle/>
          <a:p>
            <a:pPr algn="l" rtl="0">
              <a:buClrTx/>
              <a:defRPr/>
            </a:pPr>
            <a:endParaRPr lang="en-GB" sz="900" kern="1200" noProof="0">
              <a:solidFill>
                <a:schemeClr val="bg1"/>
              </a:solidFill>
              <a:latin typeface="Arial"/>
              <a:ea typeface="SimSun" charset="0"/>
              <a:cs typeface="+mn-cs"/>
            </a:endParaRPr>
          </a:p>
        </p:txBody>
      </p:sp>
      <p:sp>
        <p:nvSpPr>
          <p:cNvPr id="19" name="Textfeld 18">
            <a:extLst>
              <a:ext uri="{FF2B5EF4-FFF2-40B4-BE49-F238E27FC236}">
                <a16:creationId xmlns:a16="http://schemas.microsoft.com/office/drawing/2014/main" id="{E96FF489-1EFB-CAB6-4627-FE07E8BD5B21}"/>
              </a:ext>
            </a:extLst>
          </p:cNvPr>
          <p:cNvSpPr txBox="1"/>
          <p:nvPr/>
        </p:nvSpPr>
        <p:spPr>
          <a:xfrm>
            <a:off x="6731013" y="3026847"/>
            <a:ext cx="4460031" cy="492443"/>
          </a:xfrm>
          <a:prstGeom prst="rect">
            <a:avLst/>
          </a:prstGeom>
          <a:noFill/>
        </p:spPr>
        <p:txBody>
          <a:bodyPr vert="horz" wrap="square" lIns="0" tIns="0" rIns="0" bIns="0" rtlCol="0">
            <a:spAutoFit/>
          </a:bodyPr>
          <a:lstStyle/>
          <a:p>
            <a:pPr algn="l" rtl="0">
              <a:buClrTx/>
            </a:pPr>
            <a:r>
              <a:rPr lang="en-GB" sz="1600" b="1" kern="1200" noProof="0">
                <a:solidFill>
                  <a:schemeClr val="bg1"/>
                </a:solidFill>
                <a:latin typeface="Arial" panose="020B0604020202020204" pitchFamily="34" charset="0"/>
                <a:ea typeface="+mn-ea"/>
                <a:cs typeface="Arial" panose="020B0604020202020204" pitchFamily="34" charset="0"/>
              </a:rPr>
              <a:t>Add-on BCT Software Portfolio</a:t>
            </a:r>
          </a:p>
          <a:p>
            <a:r>
              <a:rPr lang="en-GB" sz="1600" noProof="0">
                <a:solidFill>
                  <a:schemeClr val="bg1"/>
                </a:solidFill>
                <a:latin typeface="Arial" panose="020B0604020202020204" pitchFamily="34" charset="0"/>
                <a:cs typeface="Arial" panose="020B0604020202020204" pitchFamily="34" charset="0"/>
              </a:rPr>
              <a:t>Product development driven by customer needs</a:t>
            </a:r>
          </a:p>
        </p:txBody>
      </p:sp>
      <p:sp>
        <p:nvSpPr>
          <p:cNvPr id="20" name="Textfeld 19">
            <a:extLst>
              <a:ext uri="{FF2B5EF4-FFF2-40B4-BE49-F238E27FC236}">
                <a16:creationId xmlns:a16="http://schemas.microsoft.com/office/drawing/2014/main" id="{CDF4571A-D1DD-CBF2-4345-C36FEEC2DB33}"/>
              </a:ext>
            </a:extLst>
          </p:cNvPr>
          <p:cNvSpPr txBox="1"/>
          <p:nvPr/>
        </p:nvSpPr>
        <p:spPr>
          <a:xfrm>
            <a:off x="6731012" y="4298748"/>
            <a:ext cx="4981612" cy="677108"/>
          </a:xfrm>
          <a:prstGeom prst="rect">
            <a:avLst/>
          </a:prstGeom>
          <a:noFill/>
        </p:spPr>
        <p:txBody>
          <a:bodyPr vert="horz" wrap="square" lIns="0" tIns="0" rIns="0" bIns="0" rtlCol="0">
            <a:spAutoFit/>
          </a:bodyPr>
          <a:lstStyle/>
          <a:p>
            <a:r>
              <a:rPr lang="en-GB" sz="1600" b="1" noProof="0">
                <a:solidFill>
                  <a:schemeClr val="bg1"/>
                </a:solidFill>
                <a:latin typeface="Arial" panose="020B0604020202020204" pitchFamily="34" charset="0"/>
                <a:cs typeface="Arial" panose="020B0604020202020204" pitchFamily="34" charset="0"/>
              </a:rPr>
              <a:t>Global customer base</a:t>
            </a:r>
          </a:p>
          <a:p>
            <a:r>
              <a:rPr lang="en-GB" sz="1400" noProof="0">
                <a:solidFill>
                  <a:schemeClr val="bg1"/>
                </a:solidFill>
                <a:latin typeface="Arial" panose="020B0604020202020204" pitchFamily="34" charset="0"/>
                <a:cs typeface="Arial" panose="020B0604020202020204" pitchFamily="34" charset="0"/>
              </a:rPr>
              <a:t>BCT software is used by customers from various sectors around the world</a:t>
            </a:r>
            <a:endParaRPr lang="en-GB" sz="1600" kern="1200" noProof="0">
              <a:solidFill>
                <a:schemeClr val="bg1"/>
              </a:solidFill>
              <a:latin typeface="Arial" panose="020B0604020202020204" pitchFamily="34" charset="0"/>
              <a:ea typeface="+mn-ea"/>
              <a:cs typeface="Arial" panose="020B0604020202020204" pitchFamily="34" charset="0"/>
            </a:endParaRPr>
          </a:p>
        </p:txBody>
      </p:sp>
      <p:pic>
        <p:nvPicPr>
          <p:cNvPr id="21" name="Grafik 20" descr="Webdesign mit einfarbiger Füllung">
            <a:extLst>
              <a:ext uri="{FF2B5EF4-FFF2-40B4-BE49-F238E27FC236}">
                <a16:creationId xmlns:a16="http://schemas.microsoft.com/office/drawing/2014/main" id="{1BED1EFB-E497-6D2C-F3DA-9918025164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9498" y="3059625"/>
            <a:ext cx="664815" cy="664815"/>
          </a:xfrm>
          <a:prstGeom prst="rect">
            <a:avLst/>
          </a:prstGeom>
        </p:spPr>
      </p:pic>
      <p:pic>
        <p:nvPicPr>
          <p:cNvPr id="22" name="Grafik 21" descr="Erdkugel: Afrika und Europa mit einfarbiger Füllung">
            <a:extLst>
              <a:ext uri="{FF2B5EF4-FFF2-40B4-BE49-F238E27FC236}">
                <a16:creationId xmlns:a16="http://schemas.microsoft.com/office/drawing/2014/main" id="{82FDF761-3064-B805-2F4C-067F59C7D5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74563" y="4191159"/>
            <a:ext cx="739736" cy="739736"/>
          </a:xfrm>
          <a:prstGeom prst="rect">
            <a:avLst/>
          </a:prstGeom>
        </p:spPr>
      </p:pic>
    </p:spTree>
    <p:extLst>
      <p:ext uri="{BB962C8B-B14F-4D97-AF65-F5344CB8AC3E}">
        <p14:creationId xmlns:p14="http://schemas.microsoft.com/office/powerpoint/2010/main" val="201611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3" grpId="0"/>
      <p:bldP spid="14" grpId="0"/>
      <p:bldP spid="15" grpId="0" animBg="1"/>
      <p:bldP spid="16" grpId="0" animBg="1"/>
      <p:bldP spid="17" grpId="0"/>
      <p:bldP spid="18" grpId="0" animBg="1"/>
      <p:bldP spid="19"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6BD5A3FC-6433-0F91-25A0-815DB01688DD}"/>
              </a:ext>
            </a:extLst>
          </p:cNvPr>
          <p:cNvSpPr>
            <a:spLocks noGrp="1"/>
          </p:cNvSpPr>
          <p:nvPr>
            <p:ph type="ftr" sz="quarter" idx="10"/>
          </p:nvPr>
        </p:nvSpPr>
        <p:spPr/>
        <p:txBody>
          <a:bodyPr/>
          <a:lstStyle/>
          <a:p>
            <a:pPr defTabSz="914332">
              <a:buClr>
                <a:srgbClr val="009999"/>
              </a:buClr>
            </a:pPr>
            <a:r>
              <a:rPr lang="en-GB" kern="0" noProof="0"/>
              <a:t>© BCT Technology AG 2026</a:t>
            </a:r>
          </a:p>
        </p:txBody>
      </p:sp>
      <p:pic>
        <p:nvPicPr>
          <p:cNvPr id="8" name="Grafik 7">
            <a:extLst>
              <a:ext uri="{FF2B5EF4-FFF2-40B4-BE49-F238E27FC236}">
                <a16:creationId xmlns:a16="http://schemas.microsoft.com/office/drawing/2014/main" id="{BAB6E09F-7ACF-1C63-0A94-DE43E6CF827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087468" y="6116908"/>
            <a:ext cx="2160000" cy="554104"/>
          </a:xfrm>
          <a:prstGeom prst="rect">
            <a:avLst/>
          </a:prstGeom>
        </p:spPr>
      </p:pic>
      <p:cxnSp>
        <p:nvCxnSpPr>
          <p:cNvPr id="12" name="Gerader Verbinder 11">
            <a:extLst>
              <a:ext uri="{FF2B5EF4-FFF2-40B4-BE49-F238E27FC236}">
                <a16:creationId xmlns:a16="http://schemas.microsoft.com/office/drawing/2014/main" id="{9900C64D-6E91-2707-1E31-F75F38E4A663}"/>
              </a:ext>
            </a:extLst>
          </p:cNvPr>
          <p:cNvCxnSpPr/>
          <p:nvPr/>
        </p:nvCxnSpPr>
        <p:spPr>
          <a:xfrm>
            <a:off x="302342" y="6039465"/>
            <a:ext cx="11658600" cy="0"/>
          </a:xfrm>
          <a:prstGeom prst="line">
            <a:avLst/>
          </a:prstGeom>
          <a:ln w="38100">
            <a:solidFill>
              <a:srgbClr val="009DC7"/>
            </a:solidFill>
            <a:headEnd w="lg" len="lg"/>
            <a:tailEnd type="none" w="lg" len="lg"/>
          </a:ln>
        </p:spPr>
        <p:style>
          <a:lnRef idx="3">
            <a:schemeClr val="accent4"/>
          </a:lnRef>
          <a:fillRef idx="0">
            <a:schemeClr val="accent4"/>
          </a:fillRef>
          <a:effectRef idx="2">
            <a:schemeClr val="accent4"/>
          </a:effectRef>
          <a:fontRef idx="minor">
            <a:schemeClr val="tx1"/>
          </a:fontRef>
        </p:style>
      </p:cxnSp>
      <p:cxnSp>
        <p:nvCxnSpPr>
          <p:cNvPr id="14" name="Gerader Verbinder 13">
            <a:extLst>
              <a:ext uri="{FF2B5EF4-FFF2-40B4-BE49-F238E27FC236}">
                <a16:creationId xmlns:a16="http://schemas.microsoft.com/office/drawing/2014/main" id="{B6CD1036-B387-E550-3241-5BD7013DE05A}"/>
              </a:ext>
            </a:extLst>
          </p:cNvPr>
          <p:cNvCxnSpPr>
            <a:cxnSpLocks/>
          </p:cNvCxnSpPr>
          <p:nvPr/>
        </p:nvCxnSpPr>
        <p:spPr>
          <a:xfrm>
            <a:off x="359999" y="3580166"/>
            <a:ext cx="3847485" cy="0"/>
          </a:xfrm>
          <a:prstGeom prst="line">
            <a:avLst/>
          </a:prstGeom>
          <a:ln w="38100">
            <a:solidFill>
              <a:srgbClr val="009DC7"/>
            </a:solidFill>
            <a:headEnd w="lg" len="lg"/>
            <a:tailEnd type="none" w="lg" len="lg"/>
          </a:ln>
        </p:spPr>
        <p:style>
          <a:lnRef idx="3">
            <a:schemeClr val="accent4"/>
          </a:lnRef>
          <a:fillRef idx="0">
            <a:schemeClr val="accent4"/>
          </a:fillRef>
          <a:effectRef idx="2">
            <a:schemeClr val="accent4"/>
          </a:effectRef>
          <a:fontRef idx="minor">
            <a:schemeClr val="tx1"/>
          </a:fontRef>
        </p:style>
      </p:cxnSp>
      <p:sp>
        <p:nvSpPr>
          <p:cNvPr id="2" name="Titel 1">
            <a:extLst>
              <a:ext uri="{FF2B5EF4-FFF2-40B4-BE49-F238E27FC236}">
                <a16:creationId xmlns:a16="http://schemas.microsoft.com/office/drawing/2014/main" id="{257C01A6-7D47-0EB4-92AD-3D846596C17F}"/>
              </a:ext>
            </a:extLst>
          </p:cNvPr>
          <p:cNvSpPr>
            <a:spLocks noGrp="1"/>
          </p:cNvSpPr>
          <p:nvPr>
            <p:ph type="title"/>
          </p:nvPr>
        </p:nvSpPr>
        <p:spPr>
          <a:xfrm>
            <a:off x="359999" y="1784669"/>
            <a:ext cx="11520000" cy="648000"/>
          </a:xfrm>
        </p:spPr>
        <p:txBody>
          <a:bodyPr/>
          <a:lstStyle/>
          <a:p>
            <a:r>
              <a:rPr lang="en-GB" sz="4800" noProof="0">
                <a:solidFill>
                  <a:schemeClr val="bg1"/>
                </a:solidFill>
              </a:rPr>
              <a:t>Drawing</a:t>
            </a:r>
            <a:r>
              <a:rPr lang="en-GB" sz="4800" noProof="0">
                <a:solidFill>
                  <a:srgbClr val="00D4FF"/>
                </a:solidFill>
              </a:rPr>
              <a:t>2CAD</a:t>
            </a:r>
            <a:br>
              <a:rPr lang="en-GB" sz="4800" noProof="0">
                <a:solidFill>
                  <a:srgbClr val="00D4FF"/>
                </a:solidFill>
              </a:rPr>
            </a:br>
            <a:r>
              <a:rPr lang="en-GB" sz="2400" noProof="0">
                <a:solidFill>
                  <a:schemeClr val="bg1"/>
                </a:solidFill>
              </a:rPr>
              <a:t>AI-powered creation of 3D models</a:t>
            </a:r>
            <a:br>
              <a:rPr lang="en-GB" sz="2400" noProof="0">
                <a:solidFill>
                  <a:schemeClr val="bg1"/>
                </a:solidFill>
              </a:rPr>
            </a:br>
            <a:r>
              <a:rPr lang="en-GB" sz="2400" noProof="0">
                <a:solidFill>
                  <a:schemeClr val="bg1"/>
                </a:solidFill>
              </a:rPr>
              <a:t>from technical 2D drawings</a:t>
            </a:r>
            <a:endParaRPr lang="en-GB" sz="4800" noProof="0">
              <a:solidFill>
                <a:schemeClr val="bg1"/>
              </a:solidFill>
            </a:endParaRPr>
          </a:p>
        </p:txBody>
      </p:sp>
      <p:pic>
        <p:nvPicPr>
          <p:cNvPr id="17" name="Grafik 16">
            <a:extLst>
              <a:ext uri="{FF2B5EF4-FFF2-40B4-BE49-F238E27FC236}">
                <a16:creationId xmlns:a16="http://schemas.microsoft.com/office/drawing/2014/main" id="{D10D0808-8DE6-7ACF-E05A-152A1867C3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8817" y="0"/>
            <a:ext cx="6728461" cy="5962021"/>
          </a:xfrm>
          <a:prstGeom prst="rect">
            <a:avLst/>
          </a:prstGeom>
          <a:effectLst>
            <a:softEdge rad="749300"/>
          </a:effectLst>
        </p:spPr>
      </p:pic>
    </p:spTree>
    <p:extLst>
      <p:ext uri="{BB962C8B-B14F-4D97-AF65-F5344CB8AC3E}">
        <p14:creationId xmlns:p14="http://schemas.microsoft.com/office/powerpoint/2010/main" val="2607697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96437-F75F-9D97-10E4-5D1A99D3937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D64BFF-AD81-8453-D2F1-6A72E521996A}"/>
              </a:ext>
            </a:extLst>
          </p:cNvPr>
          <p:cNvSpPr>
            <a:spLocks noGrp="1"/>
          </p:cNvSpPr>
          <p:nvPr>
            <p:ph type="title"/>
          </p:nvPr>
        </p:nvSpPr>
        <p:spPr/>
        <p:txBody>
          <a:bodyPr/>
          <a:lstStyle/>
          <a:p>
            <a:r>
              <a:rPr lang="en-GB" sz="4800" noProof="0"/>
              <a:t>Description</a:t>
            </a:r>
          </a:p>
        </p:txBody>
      </p:sp>
      <p:sp>
        <p:nvSpPr>
          <p:cNvPr id="3" name="Fußzeilenplatzhalter 2">
            <a:extLst>
              <a:ext uri="{FF2B5EF4-FFF2-40B4-BE49-F238E27FC236}">
                <a16:creationId xmlns:a16="http://schemas.microsoft.com/office/drawing/2014/main" id="{98FB1B7C-1750-8083-2EB0-5C9E30AE3083}"/>
              </a:ext>
            </a:extLst>
          </p:cNvPr>
          <p:cNvSpPr>
            <a:spLocks noGrp="1"/>
          </p:cNvSpPr>
          <p:nvPr>
            <p:ph type="ftr" sz="quarter" idx="10"/>
          </p:nvPr>
        </p:nvSpPr>
        <p:spPr/>
        <p:txBody>
          <a:bodyPr/>
          <a:lstStyle/>
          <a:p>
            <a:pPr defTabSz="914309">
              <a:buClr>
                <a:srgbClr val="009999"/>
              </a:buClr>
            </a:pPr>
            <a:r>
              <a:rPr lang="en-GB" kern="0" noProof="0"/>
              <a:t> © BCT Technology AG 2026</a:t>
            </a:r>
          </a:p>
        </p:txBody>
      </p:sp>
      <p:cxnSp>
        <p:nvCxnSpPr>
          <p:cNvPr id="7" name="Gerader Verbinder 6">
            <a:extLst>
              <a:ext uri="{FF2B5EF4-FFF2-40B4-BE49-F238E27FC236}">
                <a16:creationId xmlns:a16="http://schemas.microsoft.com/office/drawing/2014/main" id="{84DF7B19-EA30-C4EC-1B10-6808C6139970}"/>
              </a:ext>
            </a:extLst>
          </p:cNvPr>
          <p:cNvCxnSpPr/>
          <p:nvPr/>
        </p:nvCxnSpPr>
        <p:spPr>
          <a:xfrm>
            <a:off x="302342" y="6039465"/>
            <a:ext cx="11658600" cy="0"/>
          </a:xfrm>
          <a:prstGeom prst="line">
            <a:avLst/>
          </a:prstGeom>
          <a:ln w="38100">
            <a:solidFill>
              <a:srgbClr val="009DC7"/>
            </a:solidFill>
            <a:headEnd w="lg" len="lg"/>
            <a:tailEnd type="none" w="lg" len="lg"/>
          </a:ln>
        </p:spPr>
        <p:style>
          <a:lnRef idx="3">
            <a:schemeClr val="accent4"/>
          </a:lnRef>
          <a:fillRef idx="0">
            <a:schemeClr val="accent4"/>
          </a:fillRef>
          <a:effectRef idx="2">
            <a:schemeClr val="accent4"/>
          </a:effectRef>
          <a:fontRef idx="minor">
            <a:schemeClr val="tx1"/>
          </a:fontRef>
        </p:style>
      </p:cxnSp>
      <p:pic>
        <p:nvPicPr>
          <p:cNvPr id="8" name="Grafik 7">
            <a:extLst>
              <a:ext uri="{FF2B5EF4-FFF2-40B4-BE49-F238E27FC236}">
                <a16:creationId xmlns:a16="http://schemas.microsoft.com/office/drawing/2014/main" id="{112778B2-7889-5ABE-B198-CD870BA31B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8817" y="0"/>
            <a:ext cx="6728461" cy="5962021"/>
          </a:xfrm>
          <a:prstGeom prst="rect">
            <a:avLst/>
          </a:prstGeom>
          <a:effectLst>
            <a:softEdge rad="749300"/>
          </a:effectLst>
        </p:spPr>
      </p:pic>
      <p:pic>
        <p:nvPicPr>
          <p:cNvPr id="10" name="Grafik 9">
            <a:extLst>
              <a:ext uri="{FF2B5EF4-FFF2-40B4-BE49-F238E27FC236}">
                <a16:creationId xmlns:a16="http://schemas.microsoft.com/office/drawing/2014/main" id="{442E98F0-E2E9-E438-63B2-FA1E6AB9F57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87468" y="6116908"/>
            <a:ext cx="2160000" cy="554104"/>
          </a:xfrm>
          <a:prstGeom prst="rect">
            <a:avLst/>
          </a:prstGeom>
        </p:spPr>
      </p:pic>
      <p:sp>
        <p:nvSpPr>
          <p:cNvPr id="11" name="Titel 1">
            <a:extLst>
              <a:ext uri="{FF2B5EF4-FFF2-40B4-BE49-F238E27FC236}">
                <a16:creationId xmlns:a16="http://schemas.microsoft.com/office/drawing/2014/main" id="{820D4EA0-66B7-4863-D13E-848DC5E3654E}"/>
              </a:ext>
            </a:extLst>
          </p:cNvPr>
          <p:cNvSpPr txBox="1">
            <a:spLocks/>
          </p:cNvSpPr>
          <p:nvPr/>
        </p:nvSpPr>
        <p:spPr bwMode="black">
          <a:xfrm>
            <a:off x="359999" y="1784668"/>
            <a:ext cx="5480362" cy="1585338"/>
          </a:xfrm>
          <a:prstGeom prst="rect">
            <a:avLst/>
          </a:prstGeom>
        </p:spPr>
        <p:txBody>
          <a:bodyPr vert="horz" lIns="0" tIns="0" rIns="180000" bIns="0" rtlCol="0" anchor="t" anchorCtr="0">
            <a:noAutofit/>
          </a:bodyPr>
          <a:lstStyle>
            <a:lvl1pPr algn="l" defTabSz="914332" rtl="0" eaLnBrk="1" latinLnBrk="0" hangingPunct="1">
              <a:lnSpc>
                <a:spcPct val="90000"/>
              </a:lnSpc>
              <a:spcBef>
                <a:spcPct val="0"/>
              </a:spcBef>
              <a:buNone/>
              <a:defRPr sz="2000" b="1" kern="1200">
                <a:solidFill>
                  <a:srgbClr val="009999"/>
                </a:solidFill>
                <a:latin typeface="+mj-lt"/>
                <a:ea typeface="+mj-ea"/>
                <a:cs typeface="+mj-cs"/>
              </a:defRPr>
            </a:lvl1pPr>
          </a:lstStyle>
          <a:p>
            <a:r>
              <a:rPr lang="en-GB" sz="1800" noProof="0">
                <a:solidFill>
                  <a:schemeClr val="bg1"/>
                </a:solidFill>
                <a:latin typeface="+mn-lt"/>
                <a:ea typeface="+mn-ea"/>
                <a:cs typeface="+mn-cs"/>
              </a:rPr>
              <a:t>Many older technical drawings are available only as PDFs or scans. </a:t>
            </a:r>
          </a:p>
          <a:p>
            <a:endParaRPr lang="en-GB" sz="1800" noProof="0">
              <a:solidFill>
                <a:schemeClr val="bg1"/>
              </a:solidFill>
              <a:latin typeface="+mn-lt"/>
              <a:ea typeface="+mn-ea"/>
              <a:cs typeface="+mn-cs"/>
            </a:endParaRPr>
          </a:p>
          <a:p>
            <a:r>
              <a:rPr lang="en-GB" sz="1800" noProof="0">
                <a:solidFill>
                  <a:schemeClr val="bg1"/>
                </a:solidFill>
                <a:latin typeface="+mn-lt"/>
                <a:ea typeface="+mn-ea"/>
                <a:cs typeface="+mn-cs"/>
              </a:rPr>
              <a:t>If the part needs to be modified or reused, the 3D model must be manually reconstructed.</a:t>
            </a:r>
            <a:br>
              <a:rPr lang="en-GB" noProof="0">
                <a:solidFill>
                  <a:schemeClr val="bg1"/>
                </a:solidFill>
              </a:rPr>
            </a:br>
            <a:endParaRPr lang="en-GB" noProof="0">
              <a:solidFill>
                <a:schemeClr val="bg1"/>
              </a:solidFill>
            </a:endParaRPr>
          </a:p>
        </p:txBody>
      </p:sp>
      <p:sp>
        <p:nvSpPr>
          <p:cNvPr id="12" name="Rechteck: abgerundete Ecken 11">
            <a:extLst>
              <a:ext uri="{FF2B5EF4-FFF2-40B4-BE49-F238E27FC236}">
                <a16:creationId xmlns:a16="http://schemas.microsoft.com/office/drawing/2014/main" id="{93C48AE5-E2BB-C621-F6A4-AB9F51A0F5EA}"/>
              </a:ext>
            </a:extLst>
          </p:cNvPr>
          <p:cNvSpPr/>
          <p:nvPr/>
        </p:nvSpPr>
        <p:spPr>
          <a:xfrm>
            <a:off x="359999" y="3776433"/>
            <a:ext cx="4691324" cy="752167"/>
          </a:xfrm>
          <a:prstGeom prst="roundRect">
            <a:avLst/>
          </a:prstGeom>
          <a:gradFill flip="none" rotWithShape="1">
            <a:gsLst>
              <a:gs pos="0">
                <a:srgbClr val="005654">
                  <a:alpha val="58824"/>
                </a:srgbClr>
              </a:gs>
              <a:gs pos="24000">
                <a:srgbClr val="001136"/>
              </a:gs>
              <a:gs pos="46000">
                <a:srgbClr val="000028">
                  <a:alpha val="59000"/>
                </a:srgbClr>
              </a:gs>
            </a:gsLst>
            <a:path path="circle">
              <a:fillToRect l="100000" t="100000"/>
            </a:path>
            <a:tileRect r="-100000" b="-100000"/>
          </a:gradFill>
          <a:ln>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noProof="0"/>
          </a:p>
        </p:txBody>
      </p:sp>
      <p:sp>
        <p:nvSpPr>
          <p:cNvPr id="14" name="Rechteck: abgerundete Ecken 13">
            <a:extLst>
              <a:ext uri="{FF2B5EF4-FFF2-40B4-BE49-F238E27FC236}">
                <a16:creationId xmlns:a16="http://schemas.microsoft.com/office/drawing/2014/main" id="{8058C2D9-57D7-5F46-91F6-D2786C96FDE1}"/>
              </a:ext>
            </a:extLst>
          </p:cNvPr>
          <p:cNvSpPr/>
          <p:nvPr/>
        </p:nvSpPr>
        <p:spPr>
          <a:xfrm>
            <a:off x="359999" y="4629647"/>
            <a:ext cx="4691324" cy="752167"/>
          </a:xfrm>
          <a:prstGeom prst="roundRect">
            <a:avLst/>
          </a:prstGeom>
          <a:gradFill flip="none" rotWithShape="1">
            <a:gsLst>
              <a:gs pos="0">
                <a:srgbClr val="005654">
                  <a:alpha val="58824"/>
                </a:srgbClr>
              </a:gs>
              <a:gs pos="24000">
                <a:srgbClr val="001136"/>
              </a:gs>
              <a:gs pos="46000">
                <a:srgbClr val="000028">
                  <a:alpha val="59000"/>
                </a:srgbClr>
              </a:gs>
            </a:gsLst>
            <a:path path="circle">
              <a:fillToRect l="100000" t="100000"/>
            </a:path>
            <a:tileRect r="-100000" b="-100000"/>
          </a:gradFill>
          <a:ln>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noProof="0"/>
          </a:p>
        </p:txBody>
      </p:sp>
      <p:pic>
        <p:nvPicPr>
          <p:cNvPr id="20" name="Grafik 19">
            <a:extLst>
              <a:ext uri="{FF2B5EF4-FFF2-40B4-BE49-F238E27FC236}">
                <a16:creationId xmlns:a16="http://schemas.microsoft.com/office/drawing/2014/main" id="{5E047BDB-B3E9-CBEC-60D6-2A4BA4C249C0}"/>
              </a:ext>
            </a:extLst>
          </p:cNvPr>
          <p:cNvPicPr>
            <a:picLocks noChangeAspect="1"/>
          </p:cNvPicPr>
          <p:nvPr/>
        </p:nvPicPr>
        <p:blipFill>
          <a:blip r:embed="rId5"/>
          <a:srcRect l="25076" t="3994" r="7111" b="71166"/>
          <a:stretch>
            <a:fillRect/>
          </a:stretch>
        </p:blipFill>
        <p:spPr>
          <a:xfrm>
            <a:off x="435078" y="3823472"/>
            <a:ext cx="700548" cy="648000"/>
          </a:xfrm>
          <a:prstGeom prst="rect">
            <a:avLst/>
          </a:prstGeom>
          <a:effectLst>
            <a:softEdge rad="76200"/>
          </a:effectLst>
        </p:spPr>
      </p:pic>
      <p:pic>
        <p:nvPicPr>
          <p:cNvPr id="24" name="Grafik 23">
            <a:extLst>
              <a:ext uri="{FF2B5EF4-FFF2-40B4-BE49-F238E27FC236}">
                <a16:creationId xmlns:a16="http://schemas.microsoft.com/office/drawing/2014/main" id="{BB3DE72B-EEB9-C244-4D00-438A42CC2595}"/>
              </a:ext>
            </a:extLst>
          </p:cNvPr>
          <p:cNvPicPr>
            <a:picLocks noChangeAspect="1"/>
          </p:cNvPicPr>
          <p:nvPr/>
        </p:nvPicPr>
        <p:blipFill>
          <a:blip r:embed="rId5"/>
          <a:srcRect l="25076" t="34678" r="7111" b="39174"/>
          <a:stretch>
            <a:fillRect/>
          </a:stretch>
        </p:blipFill>
        <p:spPr>
          <a:xfrm>
            <a:off x="435078" y="4664681"/>
            <a:ext cx="700548" cy="682098"/>
          </a:xfrm>
          <a:prstGeom prst="rect">
            <a:avLst/>
          </a:prstGeom>
          <a:effectLst>
            <a:softEdge rad="76200"/>
          </a:effectLst>
        </p:spPr>
      </p:pic>
      <p:sp>
        <p:nvSpPr>
          <p:cNvPr id="27" name="Textfeld 26">
            <a:extLst>
              <a:ext uri="{FF2B5EF4-FFF2-40B4-BE49-F238E27FC236}">
                <a16:creationId xmlns:a16="http://schemas.microsoft.com/office/drawing/2014/main" id="{87258EDA-1FDD-9433-A994-F3E1CF656E86}"/>
              </a:ext>
            </a:extLst>
          </p:cNvPr>
          <p:cNvSpPr txBox="1"/>
          <p:nvPr/>
        </p:nvSpPr>
        <p:spPr>
          <a:xfrm>
            <a:off x="1673942" y="3823472"/>
            <a:ext cx="3215148" cy="677108"/>
          </a:xfrm>
          <a:prstGeom prst="rect">
            <a:avLst/>
          </a:prstGeom>
          <a:noFill/>
        </p:spPr>
        <p:txBody>
          <a:bodyPr wrap="square" lIns="0" tIns="0" rIns="0" bIns="0" rtlCol="0">
            <a:spAutoFit/>
          </a:bodyPr>
          <a:lstStyle/>
          <a:p>
            <a:r>
              <a:rPr lang="en-GB" sz="1600" b="1" noProof="0">
                <a:solidFill>
                  <a:srgbClr val="00EBFD"/>
                </a:solidFill>
              </a:rPr>
              <a:t>Time-consuming</a:t>
            </a:r>
          </a:p>
          <a:p>
            <a:r>
              <a:rPr lang="en-GB" sz="1400" b="1" noProof="0">
                <a:solidFill>
                  <a:schemeClr val="bg1"/>
                </a:solidFill>
              </a:rPr>
              <a:t>Manual reconstruction ties up valuable design resources</a:t>
            </a:r>
          </a:p>
        </p:txBody>
      </p:sp>
      <p:sp>
        <p:nvSpPr>
          <p:cNvPr id="29" name="Textfeld 28">
            <a:extLst>
              <a:ext uri="{FF2B5EF4-FFF2-40B4-BE49-F238E27FC236}">
                <a16:creationId xmlns:a16="http://schemas.microsoft.com/office/drawing/2014/main" id="{505F0FCE-ECD4-019E-B4A7-F4A2DE56E160}"/>
              </a:ext>
            </a:extLst>
          </p:cNvPr>
          <p:cNvSpPr txBox="1"/>
          <p:nvPr/>
        </p:nvSpPr>
        <p:spPr>
          <a:xfrm>
            <a:off x="1673942" y="4653278"/>
            <a:ext cx="3215148" cy="677108"/>
          </a:xfrm>
          <a:prstGeom prst="rect">
            <a:avLst/>
          </a:prstGeom>
          <a:noFill/>
        </p:spPr>
        <p:txBody>
          <a:bodyPr wrap="square" lIns="0" tIns="0" rIns="0" bIns="0" rtlCol="0">
            <a:spAutoFit/>
          </a:bodyPr>
          <a:lstStyle/>
          <a:p>
            <a:r>
              <a:rPr lang="en-GB" sz="1600" b="1" noProof="0">
                <a:solidFill>
                  <a:srgbClr val="00EBFD"/>
                </a:solidFill>
              </a:rPr>
              <a:t>Manual data entry errors</a:t>
            </a:r>
          </a:p>
          <a:p>
            <a:r>
              <a:rPr lang="en-GB" sz="1400" b="1" noProof="0">
                <a:solidFill>
                  <a:schemeClr val="bg1"/>
                </a:solidFill>
              </a:rPr>
              <a:t>Geometries and dimensions must be transferred manually</a:t>
            </a:r>
          </a:p>
        </p:txBody>
      </p:sp>
    </p:spTree>
    <p:extLst>
      <p:ext uri="{BB962C8B-B14F-4D97-AF65-F5344CB8AC3E}">
        <p14:creationId xmlns:p14="http://schemas.microsoft.com/office/powerpoint/2010/main" val="209017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8A1D5-1B7B-B243-52B9-708E673BEA3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CDA8836-82F1-0C79-09EC-9FB9FB80B6F2}"/>
              </a:ext>
            </a:extLst>
          </p:cNvPr>
          <p:cNvSpPr>
            <a:spLocks noGrp="1"/>
          </p:cNvSpPr>
          <p:nvPr>
            <p:ph type="title"/>
          </p:nvPr>
        </p:nvSpPr>
        <p:spPr/>
        <p:txBody>
          <a:bodyPr/>
          <a:lstStyle/>
          <a:p>
            <a:r>
              <a:rPr lang="en-GB" sz="4800" noProof="0"/>
              <a:t>The Challenge</a:t>
            </a:r>
          </a:p>
        </p:txBody>
      </p:sp>
      <p:sp>
        <p:nvSpPr>
          <p:cNvPr id="3" name="Fußzeilenplatzhalter 2">
            <a:extLst>
              <a:ext uri="{FF2B5EF4-FFF2-40B4-BE49-F238E27FC236}">
                <a16:creationId xmlns:a16="http://schemas.microsoft.com/office/drawing/2014/main" id="{F77178BF-5DCD-48F2-F191-70C45955A998}"/>
              </a:ext>
            </a:extLst>
          </p:cNvPr>
          <p:cNvSpPr>
            <a:spLocks noGrp="1"/>
          </p:cNvSpPr>
          <p:nvPr>
            <p:ph type="ftr" sz="quarter" idx="10"/>
          </p:nvPr>
        </p:nvSpPr>
        <p:spPr/>
        <p:txBody>
          <a:bodyPr/>
          <a:lstStyle/>
          <a:p>
            <a:pPr defTabSz="914309">
              <a:buClr>
                <a:srgbClr val="009999"/>
              </a:buClr>
            </a:pPr>
            <a:r>
              <a:rPr lang="en-GB" kern="0" noProof="0"/>
              <a:t> © BCT Technology AG 2026</a:t>
            </a:r>
          </a:p>
        </p:txBody>
      </p:sp>
      <p:cxnSp>
        <p:nvCxnSpPr>
          <p:cNvPr id="7" name="Gerader Verbinder 6">
            <a:extLst>
              <a:ext uri="{FF2B5EF4-FFF2-40B4-BE49-F238E27FC236}">
                <a16:creationId xmlns:a16="http://schemas.microsoft.com/office/drawing/2014/main" id="{1E24A858-0DEF-72C0-2AE4-3D0B89792529}"/>
              </a:ext>
            </a:extLst>
          </p:cNvPr>
          <p:cNvCxnSpPr/>
          <p:nvPr/>
        </p:nvCxnSpPr>
        <p:spPr>
          <a:xfrm>
            <a:off x="302342" y="6039465"/>
            <a:ext cx="11658600" cy="0"/>
          </a:xfrm>
          <a:prstGeom prst="line">
            <a:avLst/>
          </a:prstGeom>
          <a:ln w="38100">
            <a:solidFill>
              <a:srgbClr val="009DC7"/>
            </a:solidFill>
            <a:headEnd w="lg" len="lg"/>
            <a:tailEnd type="none" w="lg" len="lg"/>
          </a:ln>
        </p:spPr>
        <p:style>
          <a:lnRef idx="3">
            <a:schemeClr val="accent4"/>
          </a:lnRef>
          <a:fillRef idx="0">
            <a:schemeClr val="accent4"/>
          </a:fillRef>
          <a:effectRef idx="2">
            <a:schemeClr val="accent4"/>
          </a:effectRef>
          <a:fontRef idx="minor">
            <a:schemeClr val="tx1"/>
          </a:fontRef>
        </p:style>
      </p:cxnSp>
      <p:pic>
        <p:nvPicPr>
          <p:cNvPr id="8" name="Grafik 7">
            <a:extLst>
              <a:ext uri="{FF2B5EF4-FFF2-40B4-BE49-F238E27FC236}">
                <a16:creationId xmlns:a16="http://schemas.microsoft.com/office/drawing/2014/main" id="{5C53AE94-1338-E5DD-D1A5-29D1D83EA1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8817" y="0"/>
            <a:ext cx="6728461" cy="5962021"/>
          </a:xfrm>
          <a:prstGeom prst="rect">
            <a:avLst/>
          </a:prstGeom>
          <a:effectLst>
            <a:softEdge rad="749300"/>
          </a:effectLst>
        </p:spPr>
      </p:pic>
      <p:pic>
        <p:nvPicPr>
          <p:cNvPr id="10" name="Grafik 9">
            <a:extLst>
              <a:ext uri="{FF2B5EF4-FFF2-40B4-BE49-F238E27FC236}">
                <a16:creationId xmlns:a16="http://schemas.microsoft.com/office/drawing/2014/main" id="{09F6580C-8B4F-7C92-0085-3F71A3B253E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87468" y="6116908"/>
            <a:ext cx="2160000" cy="554104"/>
          </a:xfrm>
          <a:prstGeom prst="rect">
            <a:avLst/>
          </a:prstGeom>
        </p:spPr>
      </p:pic>
      <p:sp>
        <p:nvSpPr>
          <p:cNvPr id="11" name="Titel 1">
            <a:extLst>
              <a:ext uri="{FF2B5EF4-FFF2-40B4-BE49-F238E27FC236}">
                <a16:creationId xmlns:a16="http://schemas.microsoft.com/office/drawing/2014/main" id="{9C63E2B9-AC97-8ECE-0163-BE027F1CD4CC}"/>
              </a:ext>
            </a:extLst>
          </p:cNvPr>
          <p:cNvSpPr txBox="1">
            <a:spLocks/>
          </p:cNvSpPr>
          <p:nvPr/>
        </p:nvSpPr>
        <p:spPr bwMode="black">
          <a:xfrm>
            <a:off x="359999" y="1784668"/>
            <a:ext cx="5480362" cy="3427409"/>
          </a:xfrm>
          <a:prstGeom prst="rect">
            <a:avLst/>
          </a:prstGeom>
        </p:spPr>
        <p:txBody>
          <a:bodyPr vert="horz" lIns="0" tIns="0" rIns="180000" bIns="0" rtlCol="0" anchor="t" anchorCtr="0">
            <a:noAutofit/>
          </a:bodyPr>
          <a:lstStyle>
            <a:lvl1pPr algn="l" defTabSz="914332" rtl="0" eaLnBrk="1" latinLnBrk="0" hangingPunct="1">
              <a:lnSpc>
                <a:spcPct val="90000"/>
              </a:lnSpc>
              <a:spcBef>
                <a:spcPct val="0"/>
              </a:spcBef>
              <a:buNone/>
              <a:defRPr sz="2000" b="1" kern="1200">
                <a:solidFill>
                  <a:srgbClr val="009999"/>
                </a:solidFill>
                <a:latin typeface="+mj-lt"/>
                <a:ea typeface="+mj-ea"/>
                <a:cs typeface="+mj-cs"/>
              </a:defRPr>
            </a:lvl1pPr>
          </a:lstStyle>
          <a:p>
            <a:r>
              <a:rPr lang="en-GB" noProof="0">
                <a:solidFill>
                  <a:schemeClr val="bg1"/>
                </a:solidFill>
                <a:latin typeface="+mn-lt"/>
                <a:ea typeface="+mn-ea"/>
                <a:cs typeface="+mn-cs"/>
              </a:rPr>
              <a:t>Develop your prototype</a:t>
            </a:r>
          </a:p>
          <a:p>
            <a:endParaRPr lang="en-GB" noProof="0">
              <a:solidFill>
                <a:schemeClr val="bg1"/>
              </a:solidFill>
              <a:latin typeface="+mn-lt"/>
              <a:ea typeface="+mn-ea"/>
              <a:cs typeface="+mn-cs"/>
            </a:endParaRPr>
          </a:p>
          <a:p>
            <a:pPr marL="457200" indent="-457200">
              <a:buClr>
                <a:srgbClr val="00EBFD"/>
              </a:buClr>
              <a:buFont typeface="+mj-lt"/>
              <a:buAutoNum type="arabicPeriod"/>
            </a:pPr>
            <a:r>
              <a:rPr lang="en-GB" sz="1800" noProof="0">
                <a:solidFill>
                  <a:schemeClr val="bg1"/>
                </a:solidFill>
              </a:rPr>
              <a:t>Automatically analyse 2D drawings </a:t>
            </a:r>
            <a:r>
              <a:rPr lang="en-GB" sz="1800">
                <a:solidFill>
                  <a:schemeClr val="bg1"/>
                </a:solidFill>
              </a:rPr>
              <a:t>        </a:t>
            </a:r>
            <a:r>
              <a:rPr lang="en-GB" sz="1800" noProof="0">
                <a:solidFill>
                  <a:schemeClr val="bg1"/>
                </a:solidFill>
              </a:rPr>
              <a:t>(e.g. using a Vision Language Model)</a:t>
            </a:r>
            <a:endParaRPr lang="en-GB" sz="1800" noProof="0">
              <a:solidFill>
                <a:schemeClr val="bg1"/>
              </a:solidFill>
              <a:cs typeface="Arial"/>
            </a:endParaRPr>
          </a:p>
          <a:p>
            <a:pPr marL="457200" indent="-457200">
              <a:buClr>
                <a:srgbClr val="00EBFD"/>
              </a:buClr>
              <a:buFont typeface="+mj-lt"/>
              <a:buAutoNum type="arabicPeriod"/>
            </a:pPr>
            <a:endParaRPr lang="en-GB" sz="1800" noProof="0">
              <a:solidFill>
                <a:schemeClr val="bg1"/>
              </a:solidFill>
            </a:endParaRPr>
          </a:p>
          <a:p>
            <a:pPr marL="457200" indent="-457200">
              <a:buClr>
                <a:srgbClr val="00EBFD"/>
              </a:buClr>
              <a:buFont typeface="+mj-lt"/>
              <a:buAutoNum type="arabicPeriod"/>
            </a:pPr>
            <a:r>
              <a:rPr lang="en-GB" sz="1800" noProof="0">
                <a:solidFill>
                  <a:schemeClr val="bg1"/>
                </a:solidFill>
              </a:rPr>
              <a:t>Detect contours, dimensions, holes, geometric features and notes</a:t>
            </a:r>
            <a:endParaRPr lang="en-GB" sz="1800" noProof="0">
              <a:solidFill>
                <a:schemeClr val="bg1"/>
              </a:solidFill>
              <a:cs typeface="Arial"/>
            </a:endParaRPr>
          </a:p>
          <a:p>
            <a:pPr marL="457200" indent="-457200">
              <a:buClr>
                <a:srgbClr val="00EBFD"/>
              </a:buClr>
              <a:buFont typeface="+mj-lt"/>
              <a:buAutoNum type="arabicPeriod"/>
            </a:pPr>
            <a:endParaRPr lang="en-GB" sz="1800" noProof="0">
              <a:solidFill>
                <a:schemeClr val="bg1"/>
              </a:solidFill>
            </a:endParaRPr>
          </a:p>
          <a:p>
            <a:pPr marL="457200" indent="-457200">
              <a:buClr>
                <a:srgbClr val="00EBFD"/>
              </a:buClr>
              <a:buFontTx/>
              <a:buAutoNum type="arabicPeriod"/>
            </a:pPr>
            <a:r>
              <a:rPr lang="en-GB" sz="1800" noProof="0">
                <a:solidFill>
                  <a:schemeClr val="bg1"/>
                </a:solidFill>
              </a:rPr>
              <a:t>Generate a 3D Model from the extracted data</a:t>
            </a:r>
            <a:r>
              <a:rPr lang="en-GB" sz="1800" noProof="0">
                <a:solidFill>
                  <a:schemeClr val="bg1"/>
                </a:solidFill>
                <a:ea typeface="+mj-lt"/>
                <a:cs typeface="+mj-lt"/>
              </a:rPr>
              <a:t> (e.g. using CAD automation tools)</a:t>
            </a:r>
            <a:r>
              <a:rPr lang="en-GB" sz="1800" b="0" noProof="0">
                <a:solidFill>
                  <a:schemeClr val="bg1"/>
                </a:solidFill>
                <a:ea typeface="+mj-lt"/>
                <a:cs typeface="+mj-lt"/>
              </a:rPr>
              <a:t> </a:t>
            </a:r>
            <a:endParaRPr lang="en-GB" sz="1800" noProof="0">
              <a:solidFill>
                <a:schemeClr val="bg1"/>
              </a:solidFill>
              <a:cs typeface="Arial"/>
            </a:endParaRPr>
          </a:p>
          <a:p>
            <a:pPr marL="457200" indent="-457200">
              <a:buClr>
                <a:srgbClr val="00EBFD"/>
              </a:buClr>
              <a:buFont typeface="+mj-lt"/>
              <a:buAutoNum type="arabicPeriod"/>
            </a:pPr>
            <a:endParaRPr lang="en-GB" sz="1800" noProof="0">
              <a:solidFill>
                <a:schemeClr val="bg1"/>
              </a:solidFill>
            </a:endParaRPr>
          </a:p>
          <a:p>
            <a:pPr marL="457200" indent="-457200">
              <a:buClr>
                <a:srgbClr val="00EBFD"/>
              </a:buClr>
              <a:buFont typeface="+mj-lt"/>
              <a:buAutoNum type="arabicPeriod"/>
            </a:pPr>
            <a:r>
              <a:rPr lang="en-GB" sz="1800" noProof="0">
                <a:solidFill>
                  <a:schemeClr val="bg1"/>
                </a:solidFill>
              </a:rPr>
              <a:t>Flag missing information </a:t>
            </a:r>
            <a:endParaRPr lang="en-GB" sz="1800" noProof="0">
              <a:solidFill>
                <a:schemeClr val="bg1"/>
              </a:solidFill>
              <a:cs typeface="Arial"/>
            </a:endParaRPr>
          </a:p>
        </p:txBody>
      </p:sp>
    </p:spTree>
    <p:extLst>
      <p:ext uri="{BB962C8B-B14F-4D97-AF65-F5344CB8AC3E}">
        <p14:creationId xmlns:p14="http://schemas.microsoft.com/office/powerpoint/2010/main" val="785379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BD9EA-F21E-D5A5-F1D5-2C338BA5521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05DA9C7-B339-6957-CC8C-8C115C92D880}"/>
              </a:ext>
            </a:extLst>
          </p:cNvPr>
          <p:cNvSpPr>
            <a:spLocks noGrp="1"/>
          </p:cNvSpPr>
          <p:nvPr>
            <p:ph type="title"/>
          </p:nvPr>
        </p:nvSpPr>
        <p:spPr/>
        <p:txBody>
          <a:bodyPr/>
          <a:lstStyle/>
          <a:p>
            <a:r>
              <a:rPr lang="en-GB" sz="4800" noProof="0"/>
              <a:t>Information Provided</a:t>
            </a:r>
          </a:p>
        </p:txBody>
      </p:sp>
      <p:sp>
        <p:nvSpPr>
          <p:cNvPr id="3" name="Fußzeilenplatzhalter 2">
            <a:extLst>
              <a:ext uri="{FF2B5EF4-FFF2-40B4-BE49-F238E27FC236}">
                <a16:creationId xmlns:a16="http://schemas.microsoft.com/office/drawing/2014/main" id="{7F814A55-A547-267D-365C-B2E1E910B82E}"/>
              </a:ext>
            </a:extLst>
          </p:cNvPr>
          <p:cNvSpPr>
            <a:spLocks noGrp="1"/>
          </p:cNvSpPr>
          <p:nvPr>
            <p:ph type="ftr" sz="quarter" idx="10"/>
          </p:nvPr>
        </p:nvSpPr>
        <p:spPr/>
        <p:txBody>
          <a:bodyPr/>
          <a:lstStyle/>
          <a:p>
            <a:pPr defTabSz="914309">
              <a:buClr>
                <a:srgbClr val="009999"/>
              </a:buClr>
            </a:pPr>
            <a:r>
              <a:rPr lang="en-GB" kern="0" noProof="0"/>
              <a:t> © BCT Technology AG 2026</a:t>
            </a:r>
          </a:p>
        </p:txBody>
      </p:sp>
      <p:cxnSp>
        <p:nvCxnSpPr>
          <p:cNvPr id="7" name="Gerader Verbinder 6">
            <a:extLst>
              <a:ext uri="{FF2B5EF4-FFF2-40B4-BE49-F238E27FC236}">
                <a16:creationId xmlns:a16="http://schemas.microsoft.com/office/drawing/2014/main" id="{DA3580DC-2EAF-1079-0F45-506B0BD54F17}"/>
              </a:ext>
            </a:extLst>
          </p:cNvPr>
          <p:cNvCxnSpPr/>
          <p:nvPr/>
        </p:nvCxnSpPr>
        <p:spPr>
          <a:xfrm>
            <a:off x="302342" y="6039465"/>
            <a:ext cx="11658600" cy="0"/>
          </a:xfrm>
          <a:prstGeom prst="line">
            <a:avLst/>
          </a:prstGeom>
          <a:ln w="38100">
            <a:solidFill>
              <a:srgbClr val="009DC7"/>
            </a:solidFill>
            <a:headEnd w="lg" len="lg"/>
            <a:tailEnd type="none" w="lg" len="lg"/>
          </a:ln>
        </p:spPr>
        <p:style>
          <a:lnRef idx="3">
            <a:schemeClr val="accent4"/>
          </a:lnRef>
          <a:fillRef idx="0">
            <a:schemeClr val="accent4"/>
          </a:fillRef>
          <a:effectRef idx="2">
            <a:schemeClr val="accent4"/>
          </a:effectRef>
          <a:fontRef idx="minor">
            <a:schemeClr val="tx1"/>
          </a:fontRef>
        </p:style>
      </p:cxnSp>
      <p:pic>
        <p:nvPicPr>
          <p:cNvPr id="8" name="Grafik 7">
            <a:extLst>
              <a:ext uri="{FF2B5EF4-FFF2-40B4-BE49-F238E27FC236}">
                <a16:creationId xmlns:a16="http://schemas.microsoft.com/office/drawing/2014/main" id="{BB7C331A-AC59-4D15-FDCA-D57531244800}"/>
              </a:ext>
            </a:extLst>
          </p:cNvPr>
          <p:cNvPicPr>
            <a:picLocks noChangeAspect="1"/>
          </p:cNvPicPr>
          <p:nvPr/>
        </p:nvPicPr>
        <p:blipFill>
          <a:blip r:embed="rId3">
            <a:extLst>
              <a:ext uri="{28A0092B-C50C-407E-A947-70E740481C1C}">
                <a14:useLocalDpi xmlns:a14="http://schemas.microsoft.com/office/drawing/2010/main" val="0"/>
              </a:ext>
            </a:extLst>
          </a:blip>
          <a:srcRect t="18206"/>
          <a:stretch>
            <a:fillRect/>
          </a:stretch>
        </p:blipFill>
        <p:spPr>
          <a:xfrm>
            <a:off x="5308817" y="1085442"/>
            <a:ext cx="6728461" cy="4876579"/>
          </a:xfrm>
          <a:prstGeom prst="rect">
            <a:avLst/>
          </a:prstGeom>
          <a:effectLst>
            <a:softEdge rad="749300"/>
          </a:effectLst>
        </p:spPr>
      </p:pic>
      <p:pic>
        <p:nvPicPr>
          <p:cNvPr id="10" name="Grafik 9">
            <a:extLst>
              <a:ext uri="{FF2B5EF4-FFF2-40B4-BE49-F238E27FC236}">
                <a16:creationId xmlns:a16="http://schemas.microsoft.com/office/drawing/2014/main" id="{E4E50A48-D61B-DC38-11FA-D07C7B6B969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87468" y="6116908"/>
            <a:ext cx="2160000" cy="554104"/>
          </a:xfrm>
          <a:prstGeom prst="rect">
            <a:avLst/>
          </a:prstGeom>
        </p:spPr>
      </p:pic>
      <p:sp>
        <p:nvSpPr>
          <p:cNvPr id="11" name="Titel 1">
            <a:extLst>
              <a:ext uri="{FF2B5EF4-FFF2-40B4-BE49-F238E27FC236}">
                <a16:creationId xmlns:a16="http://schemas.microsoft.com/office/drawing/2014/main" id="{59579851-C510-A445-59B7-B89661F7E392}"/>
              </a:ext>
            </a:extLst>
          </p:cNvPr>
          <p:cNvSpPr txBox="1">
            <a:spLocks/>
          </p:cNvSpPr>
          <p:nvPr/>
        </p:nvSpPr>
        <p:spPr bwMode="black">
          <a:xfrm>
            <a:off x="359999" y="1784668"/>
            <a:ext cx="5480362" cy="3043363"/>
          </a:xfrm>
          <a:prstGeom prst="rect">
            <a:avLst/>
          </a:prstGeom>
        </p:spPr>
        <p:txBody>
          <a:bodyPr vert="horz" lIns="0" tIns="0" rIns="180000" bIns="0" rtlCol="0" anchor="t" anchorCtr="0">
            <a:noAutofit/>
          </a:bodyPr>
          <a:lstStyle>
            <a:lvl1pPr algn="l" defTabSz="914332" rtl="0" eaLnBrk="1" latinLnBrk="0" hangingPunct="1">
              <a:lnSpc>
                <a:spcPct val="90000"/>
              </a:lnSpc>
              <a:spcBef>
                <a:spcPct val="0"/>
              </a:spcBef>
              <a:buNone/>
              <a:defRPr sz="2000" b="1" kern="1200">
                <a:solidFill>
                  <a:srgbClr val="009999"/>
                </a:solidFill>
                <a:latin typeface="+mj-lt"/>
                <a:ea typeface="+mj-ea"/>
                <a:cs typeface="+mj-cs"/>
              </a:defRPr>
            </a:lvl1pPr>
          </a:lstStyle>
          <a:p>
            <a:pPr marL="457200" indent="-457200">
              <a:buClr>
                <a:srgbClr val="00EBFD"/>
              </a:buClr>
              <a:buFont typeface="+mj-lt"/>
              <a:buAutoNum type="arabicPeriod"/>
            </a:pPr>
            <a:endParaRPr lang="en-GB" sz="1800" noProof="0">
              <a:solidFill>
                <a:schemeClr val="bg1"/>
              </a:solidFill>
            </a:endParaRPr>
          </a:p>
          <a:p>
            <a:pPr marL="457200" indent="-457200">
              <a:buClr>
                <a:srgbClr val="00EBFD"/>
              </a:buClr>
              <a:buFont typeface="+mj-lt"/>
              <a:buAutoNum type="arabicPeriod"/>
            </a:pPr>
            <a:r>
              <a:rPr lang="en-GB" sz="1800" noProof="0">
                <a:solidFill>
                  <a:schemeClr val="bg1"/>
                </a:solidFill>
              </a:rPr>
              <a:t>PDFs of 2D drawings as input</a:t>
            </a:r>
          </a:p>
          <a:p>
            <a:pPr marL="457200" indent="-457200">
              <a:buClr>
                <a:srgbClr val="00EBFD"/>
              </a:buClr>
              <a:buFont typeface="+mj-lt"/>
              <a:buAutoNum type="arabicPeriod"/>
            </a:pPr>
            <a:endParaRPr lang="en-GB" sz="1800" noProof="0">
              <a:solidFill>
                <a:schemeClr val="bg1"/>
              </a:solidFill>
            </a:endParaRPr>
          </a:p>
          <a:p>
            <a:pPr marL="457200" indent="-457200">
              <a:buClr>
                <a:srgbClr val="00EBFD"/>
              </a:buClr>
              <a:buFont typeface="+mj-lt"/>
              <a:buAutoNum type="arabicPeriod"/>
            </a:pPr>
            <a:r>
              <a:rPr lang="en-GB" sz="1800" noProof="0">
                <a:solidFill>
                  <a:schemeClr val="bg1"/>
                </a:solidFill>
              </a:rPr>
              <a:t>3D STEP models to compare the results (useful for defining the data schema)</a:t>
            </a:r>
            <a:endParaRPr lang="en-GB" sz="1800" noProof="0">
              <a:solidFill>
                <a:schemeClr val="bg1"/>
              </a:solidFill>
              <a:cs typeface="Arial"/>
            </a:endParaRPr>
          </a:p>
          <a:p>
            <a:pPr marL="457200" indent="-457200">
              <a:buClr>
                <a:srgbClr val="00EBFD"/>
              </a:buClr>
              <a:buFont typeface="+mj-lt"/>
              <a:buAutoNum type="arabicPeriod"/>
            </a:pPr>
            <a:endParaRPr lang="en-GB" sz="1800" noProof="0">
              <a:solidFill>
                <a:schemeClr val="bg1"/>
              </a:solidFill>
            </a:endParaRPr>
          </a:p>
          <a:p>
            <a:pPr marL="457200" indent="-457200">
              <a:buClr>
                <a:srgbClr val="00EBFD"/>
              </a:buClr>
              <a:buFont typeface="+mj-lt"/>
              <a:buAutoNum type="arabicPeriod"/>
            </a:pPr>
            <a:r>
              <a:rPr lang="en-GB" sz="1800" noProof="0">
                <a:solidFill>
                  <a:schemeClr val="bg1"/>
                </a:solidFill>
              </a:rPr>
              <a:t>There are no requirements regarding whether or which CAD system should be used</a:t>
            </a:r>
          </a:p>
          <a:p>
            <a:pPr marL="457200" indent="-457200">
              <a:buClr>
                <a:srgbClr val="00EBFD"/>
              </a:buClr>
              <a:buFont typeface="+mj-lt"/>
              <a:buAutoNum type="arabicPeriod"/>
            </a:pPr>
            <a:endParaRPr lang="en-GB" sz="1800" noProof="0">
              <a:solidFill>
                <a:schemeClr val="bg1"/>
              </a:solidFill>
            </a:endParaRPr>
          </a:p>
        </p:txBody>
      </p:sp>
    </p:spTree>
    <p:extLst>
      <p:ext uri="{BB962C8B-B14F-4D97-AF65-F5344CB8AC3E}">
        <p14:creationId xmlns:p14="http://schemas.microsoft.com/office/powerpoint/2010/main" val="2167086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1E47F-8209-7D6F-92D9-682B4A0FA1F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72790B4-B2CE-0911-BFD4-F22DADAA310D}"/>
              </a:ext>
            </a:extLst>
          </p:cNvPr>
          <p:cNvSpPr>
            <a:spLocks noGrp="1"/>
          </p:cNvSpPr>
          <p:nvPr>
            <p:ph type="title"/>
          </p:nvPr>
        </p:nvSpPr>
        <p:spPr/>
        <p:txBody>
          <a:bodyPr/>
          <a:lstStyle/>
          <a:p>
            <a:r>
              <a:rPr lang="en-GB" sz="4800" noProof="0"/>
              <a:t>Milestones</a:t>
            </a:r>
          </a:p>
        </p:txBody>
      </p:sp>
      <p:sp>
        <p:nvSpPr>
          <p:cNvPr id="3" name="Fußzeilenplatzhalter 2">
            <a:extLst>
              <a:ext uri="{FF2B5EF4-FFF2-40B4-BE49-F238E27FC236}">
                <a16:creationId xmlns:a16="http://schemas.microsoft.com/office/drawing/2014/main" id="{1EB5D5BF-F730-52F8-D5DF-203CB15C0A5E}"/>
              </a:ext>
            </a:extLst>
          </p:cNvPr>
          <p:cNvSpPr>
            <a:spLocks noGrp="1"/>
          </p:cNvSpPr>
          <p:nvPr>
            <p:ph type="ftr" sz="quarter" idx="10"/>
          </p:nvPr>
        </p:nvSpPr>
        <p:spPr/>
        <p:txBody>
          <a:bodyPr/>
          <a:lstStyle/>
          <a:p>
            <a:pPr defTabSz="914309">
              <a:buClr>
                <a:srgbClr val="009999"/>
              </a:buClr>
            </a:pPr>
            <a:r>
              <a:rPr lang="en-GB" kern="0" noProof="0"/>
              <a:t> © BCT Technology AG 2026</a:t>
            </a:r>
          </a:p>
        </p:txBody>
      </p:sp>
      <p:cxnSp>
        <p:nvCxnSpPr>
          <p:cNvPr id="7" name="Gerader Verbinder 6">
            <a:extLst>
              <a:ext uri="{FF2B5EF4-FFF2-40B4-BE49-F238E27FC236}">
                <a16:creationId xmlns:a16="http://schemas.microsoft.com/office/drawing/2014/main" id="{40FF7077-080E-FBE9-B5FB-65677AE77024}"/>
              </a:ext>
            </a:extLst>
          </p:cNvPr>
          <p:cNvCxnSpPr/>
          <p:nvPr/>
        </p:nvCxnSpPr>
        <p:spPr>
          <a:xfrm>
            <a:off x="302342" y="6039465"/>
            <a:ext cx="11658600" cy="0"/>
          </a:xfrm>
          <a:prstGeom prst="line">
            <a:avLst/>
          </a:prstGeom>
          <a:ln w="38100">
            <a:solidFill>
              <a:srgbClr val="009DC7"/>
            </a:solidFill>
            <a:headEnd w="lg" len="lg"/>
            <a:tailEnd type="none" w="lg" len="lg"/>
          </a:ln>
        </p:spPr>
        <p:style>
          <a:lnRef idx="3">
            <a:schemeClr val="accent4"/>
          </a:lnRef>
          <a:fillRef idx="0">
            <a:schemeClr val="accent4"/>
          </a:fillRef>
          <a:effectRef idx="2">
            <a:schemeClr val="accent4"/>
          </a:effectRef>
          <a:fontRef idx="minor">
            <a:schemeClr val="tx1"/>
          </a:fontRef>
        </p:style>
      </p:cxnSp>
      <p:pic>
        <p:nvPicPr>
          <p:cNvPr id="10" name="Grafik 9">
            <a:extLst>
              <a:ext uri="{FF2B5EF4-FFF2-40B4-BE49-F238E27FC236}">
                <a16:creationId xmlns:a16="http://schemas.microsoft.com/office/drawing/2014/main" id="{2CFAD6E0-0606-64B1-4DC1-62AC834EA3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087468" y="6116908"/>
            <a:ext cx="2160000" cy="554104"/>
          </a:xfrm>
          <a:prstGeom prst="rect">
            <a:avLst/>
          </a:prstGeom>
        </p:spPr>
      </p:pic>
      <p:grpSp>
        <p:nvGrpSpPr>
          <p:cNvPr id="26" name="Gruppieren 25">
            <a:extLst>
              <a:ext uri="{FF2B5EF4-FFF2-40B4-BE49-F238E27FC236}">
                <a16:creationId xmlns:a16="http://schemas.microsoft.com/office/drawing/2014/main" id="{2B702EA6-9243-6CD7-9E6D-8C1D6DCC258F}"/>
              </a:ext>
            </a:extLst>
          </p:cNvPr>
          <p:cNvGrpSpPr/>
          <p:nvPr/>
        </p:nvGrpSpPr>
        <p:grpSpPr>
          <a:xfrm>
            <a:off x="478412" y="1161705"/>
            <a:ext cx="2160000" cy="3370006"/>
            <a:chOff x="478412" y="1161705"/>
            <a:chExt cx="2160000" cy="3370006"/>
          </a:xfrm>
          <a:noFill/>
        </p:grpSpPr>
        <p:sp>
          <p:nvSpPr>
            <p:cNvPr id="5" name="Rechteck: abgerundete Ecken 4">
              <a:extLst>
                <a:ext uri="{FF2B5EF4-FFF2-40B4-BE49-F238E27FC236}">
                  <a16:creationId xmlns:a16="http://schemas.microsoft.com/office/drawing/2014/main" id="{DA3344D4-D9F9-2566-C3DE-6252C38A65F5}"/>
                </a:ext>
              </a:extLst>
            </p:cNvPr>
            <p:cNvSpPr/>
            <p:nvPr/>
          </p:nvSpPr>
          <p:spPr>
            <a:xfrm>
              <a:off x="478412" y="1161705"/>
              <a:ext cx="2160000" cy="3370006"/>
            </a:xfrm>
            <a:prstGeom prst="roundRect">
              <a:avLst/>
            </a:prstGeom>
            <a:grpFill/>
            <a:ln>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endParaRPr lang="en-GB" noProof="0"/>
            </a:p>
            <a:p>
              <a:pPr algn="ctr"/>
              <a:r>
                <a:rPr lang="en-GB" sz="1600" noProof="0"/>
                <a:t>2D drawing</a:t>
              </a:r>
            </a:p>
            <a:p>
              <a:pPr algn="ctr"/>
              <a:r>
                <a:rPr lang="en-GB" sz="1600" noProof="0"/>
                <a:t>upload </a:t>
              </a:r>
            </a:p>
            <a:p>
              <a:pPr algn="ctr"/>
              <a:r>
                <a:rPr lang="en-GB" sz="1600" noProof="0"/>
                <a:t>and </a:t>
              </a:r>
              <a:r>
                <a:rPr lang="en-GB" sz="1600" noProof="0" err="1"/>
                <a:t>analyze</a:t>
              </a:r>
              <a:r>
                <a:rPr lang="en-GB" sz="1600" noProof="0"/>
                <a:t> automatically</a:t>
              </a:r>
            </a:p>
          </p:txBody>
        </p:sp>
        <p:sp>
          <p:nvSpPr>
            <p:cNvPr id="21" name="Kreis: nicht ausgefüllt 20">
              <a:extLst>
                <a:ext uri="{FF2B5EF4-FFF2-40B4-BE49-F238E27FC236}">
                  <a16:creationId xmlns:a16="http://schemas.microsoft.com/office/drawing/2014/main" id="{308BDA3B-FFF9-CABC-6B95-DD26D8E98D22}"/>
                </a:ext>
              </a:extLst>
            </p:cNvPr>
            <p:cNvSpPr/>
            <p:nvPr/>
          </p:nvSpPr>
          <p:spPr>
            <a:xfrm>
              <a:off x="553066" y="1274004"/>
              <a:ext cx="390832" cy="383458"/>
            </a:xfrm>
            <a:prstGeom prst="donut">
              <a:avLst>
                <a:gd name="adj" fmla="val 5899"/>
              </a:avLst>
            </a:prstGeom>
            <a:grpFill/>
            <a:ln w="28575">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GB" noProof="0">
                  <a:solidFill>
                    <a:srgbClr val="00EBFD"/>
                  </a:solidFill>
                </a:rPr>
                <a:t>1</a:t>
              </a:r>
              <a:endParaRPr lang="en-GB" noProof="0">
                <a:cs typeface="Arial"/>
              </a:endParaRPr>
            </a:p>
          </p:txBody>
        </p:sp>
        <p:pic>
          <p:nvPicPr>
            <p:cNvPr id="25" name="Grafik 24">
              <a:extLst>
                <a:ext uri="{FF2B5EF4-FFF2-40B4-BE49-F238E27FC236}">
                  <a16:creationId xmlns:a16="http://schemas.microsoft.com/office/drawing/2014/main" id="{A37C6129-EDDF-E3A0-EBCA-FA4174C04CC5}"/>
                </a:ext>
              </a:extLst>
            </p:cNvPr>
            <p:cNvPicPr>
              <a:picLocks noChangeAspect="1"/>
            </p:cNvPicPr>
            <p:nvPr/>
          </p:nvPicPr>
          <p:blipFill>
            <a:blip r:embed="rId4"/>
            <a:srcRect l="6674" t="2304" r="6975" b="3133"/>
            <a:stretch>
              <a:fillRect/>
            </a:stretch>
          </p:blipFill>
          <p:spPr>
            <a:xfrm>
              <a:off x="984531" y="2710268"/>
              <a:ext cx="1147763" cy="1716880"/>
            </a:xfrm>
            <a:prstGeom prst="rect">
              <a:avLst/>
            </a:prstGeom>
            <a:grpFill/>
          </p:spPr>
        </p:pic>
      </p:grpSp>
      <p:grpSp>
        <p:nvGrpSpPr>
          <p:cNvPr id="27" name="Gruppieren 26">
            <a:extLst>
              <a:ext uri="{FF2B5EF4-FFF2-40B4-BE49-F238E27FC236}">
                <a16:creationId xmlns:a16="http://schemas.microsoft.com/office/drawing/2014/main" id="{1BD0BC12-EC2A-04C9-23E7-1E6C3B02A807}"/>
              </a:ext>
            </a:extLst>
          </p:cNvPr>
          <p:cNvGrpSpPr/>
          <p:nvPr/>
        </p:nvGrpSpPr>
        <p:grpSpPr>
          <a:xfrm>
            <a:off x="2713066" y="1161703"/>
            <a:ext cx="2160000" cy="3370006"/>
            <a:chOff x="478412" y="1161705"/>
            <a:chExt cx="2160000" cy="3370006"/>
          </a:xfrm>
          <a:noFill/>
        </p:grpSpPr>
        <p:sp>
          <p:nvSpPr>
            <p:cNvPr id="28" name="Rechteck: abgerundete Ecken 27">
              <a:extLst>
                <a:ext uri="{FF2B5EF4-FFF2-40B4-BE49-F238E27FC236}">
                  <a16:creationId xmlns:a16="http://schemas.microsoft.com/office/drawing/2014/main" id="{AC9F69EB-0E04-C016-58B0-F1BD7720AC82}"/>
                </a:ext>
              </a:extLst>
            </p:cNvPr>
            <p:cNvSpPr/>
            <p:nvPr/>
          </p:nvSpPr>
          <p:spPr>
            <a:xfrm>
              <a:off x="478412" y="1161705"/>
              <a:ext cx="2160000" cy="3370006"/>
            </a:xfrm>
            <a:prstGeom prst="roundRect">
              <a:avLst/>
            </a:prstGeom>
            <a:grpFill/>
            <a:ln>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endParaRPr lang="en-GB" noProof="0"/>
            </a:p>
            <a:p>
              <a:pPr algn="ctr"/>
              <a:r>
                <a:rPr lang="en-GB" sz="1600" noProof="0"/>
                <a:t>Recognize contours, holes, dimensions, geometric features, notes</a:t>
              </a:r>
            </a:p>
          </p:txBody>
        </p:sp>
        <p:sp>
          <p:nvSpPr>
            <p:cNvPr id="29" name="Kreis: nicht ausgefüllt 28">
              <a:extLst>
                <a:ext uri="{FF2B5EF4-FFF2-40B4-BE49-F238E27FC236}">
                  <a16:creationId xmlns:a16="http://schemas.microsoft.com/office/drawing/2014/main" id="{51CAB954-C12B-C979-88B4-F452561C3350}"/>
                </a:ext>
              </a:extLst>
            </p:cNvPr>
            <p:cNvSpPr/>
            <p:nvPr/>
          </p:nvSpPr>
          <p:spPr>
            <a:xfrm>
              <a:off x="553066" y="1274004"/>
              <a:ext cx="390832" cy="383458"/>
            </a:xfrm>
            <a:prstGeom prst="donut">
              <a:avLst>
                <a:gd name="adj" fmla="val 5899"/>
              </a:avLst>
            </a:prstGeom>
            <a:grpFill/>
            <a:ln w="28575">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GB" noProof="0">
                  <a:solidFill>
                    <a:srgbClr val="00EBFD"/>
                  </a:solidFill>
                </a:rPr>
                <a:t>2</a:t>
              </a:r>
            </a:p>
          </p:txBody>
        </p:sp>
      </p:grpSp>
      <p:grpSp>
        <p:nvGrpSpPr>
          <p:cNvPr id="31" name="Gruppieren 30">
            <a:extLst>
              <a:ext uri="{FF2B5EF4-FFF2-40B4-BE49-F238E27FC236}">
                <a16:creationId xmlns:a16="http://schemas.microsoft.com/office/drawing/2014/main" id="{BE7E0F75-ED32-9DA6-C30F-A59242CC4B6A}"/>
              </a:ext>
            </a:extLst>
          </p:cNvPr>
          <p:cNvGrpSpPr/>
          <p:nvPr/>
        </p:nvGrpSpPr>
        <p:grpSpPr>
          <a:xfrm>
            <a:off x="4947720" y="1161703"/>
            <a:ext cx="2160000" cy="3370006"/>
            <a:chOff x="478412" y="1161705"/>
            <a:chExt cx="2160000" cy="3370006"/>
          </a:xfrm>
          <a:noFill/>
        </p:grpSpPr>
        <p:sp>
          <p:nvSpPr>
            <p:cNvPr id="32" name="Rechteck: abgerundete Ecken 31">
              <a:extLst>
                <a:ext uri="{FF2B5EF4-FFF2-40B4-BE49-F238E27FC236}">
                  <a16:creationId xmlns:a16="http://schemas.microsoft.com/office/drawing/2014/main" id="{A6372791-211F-EDD4-D680-126A8D6AE7A4}"/>
                </a:ext>
              </a:extLst>
            </p:cNvPr>
            <p:cNvSpPr/>
            <p:nvPr/>
          </p:nvSpPr>
          <p:spPr>
            <a:xfrm>
              <a:off x="478412" y="1161705"/>
              <a:ext cx="2160000" cy="3370006"/>
            </a:xfrm>
            <a:prstGeom prst="roundRect">
              <a:avLst/>
            </a:prstGeom>
            <a:grpFill/>
            <a:ln>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endParaRPr lang="en-GB" noProof="0"/>
            </a:p>
            <a:p>
              <a:pPr algn="ctr"/>
              <a:endParaRPr lang="en-GB" sz="1600" noProof="0"/>
            </a:p>
            <a:p>
              <a:pPr algn="ctr"/>
              <a:r>
                <a:rPr lang="en-GB" sz="1600" noProof="0"/>
                <a:t>Create a </a:t>
              </a:r>
              <a:r>
                <a:rPr lang="en-GB" sz="1600" noProof="0" err="1"/>
                <a:t>solidbody</a:t>
              </a:r>
              <a:r>
                <a:rPr lang="en-GB" sz="1600" noProof="0"/>
                <a:t> 3D model</a:t>
              </a:r>
            </a:p>
          </p:txBody>
        </p:sp>
        <p:sp>
          <p:nvSpPr>
            <p:cNvPr id="33" name="Kreis: nicht ausgefüllt 32">
              <a:extLst>
                <a:ext uri="{FF2B5EF4-FFF2-40B4-BE49-F238E27FC236}">
                  <a16:creationId xmlns:a16="http://schemas.microsoft.com/office/drawing/2014/main" id="{BB9D63D1-C518-00D5-070C-DE5B32D7C48B}"/>
                </a:ext>
              </a:extLst>
            </p:cNvPr>
            <p:cNvSpPr/>
            <p:nvPr/>
          </p:nvSpPr>
          <p:spPr>
            <a:xfrm>
              <a:off x="553066" y="1274004"/>
              <a:ext cx="390832" cy="383458"/>
            </a:xfrm>
            <a:prstGeom prst="donut">
              <a:avLst>
                <a:gd name="adj" fmla="val 5899"/>
              </a:avLst>
            </a:prstGeom>
            <a:grpFill/>
            <a:ln w="28575">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GB" noProof="0">
                  <a:solidFill>
                    <a:srgbClr val="00EBFD"/>
                  </a:solidFill>
                </a:rPr>
                <a:t>3</a:t>
              </a:r>
            </a:p>
          </p:txBody>
        </p:sp>
      </p:grpSp>
      <p:grpSp>
        <p:nvGrpSpPr>
          <p:cNvPr id="35" name="Gruppieren 34">
            <a:extLst>
              <a:ext uri="{FF2B5EF4-FFF2-40B4-BE49-F238E27FC236}">
                <a16:creationId xmlns:a16="http://schemas.microsoft.com/office/drawing/2014/main" id="{FEC737C4-3E91-F31D-A4B2-39A4844C2F16}"/>
              </a:ext>
            </a:extLst>
          </p:cNvPr>
          <p:cNvGrpSpPr/>
          <p:nvPr/>
        </p:nvGrpSpPr>
        <p:grpSpPr>
          <a:xfrm>
            <a:off x="7182374" y="1161703"/>
            <a:ext cx="2160000" cy="3370006"/>
            <a:chOff x="478412" y="1161705"/>
            <a:chExt cx="2160000" cy="3370006"/>
          </a:xfrm>
          <a:noFill/>
        </p:grpSpPr>
        <p:sp>
          <p:nvSpPr>
            <p:cNvPr id="36" name="Rechteck: abgerundete Ecken 35">
              <a:extLst>
                <a:ext uri="{FF2B5EF4-FFF2-40B4-BE49-F238E27FC236}">
                  <a16:creationId xmlns:a16="http://schemas.microsoft.com/office/drawing/2014/main" id="{041EB1C0-FE78-ABB5-FD4F-56DE32972256}"/>
                </a:ext>
              </a:extLst>
            </p:cNvPr>
            <p:cNvSpPr/>
            <p:nvPr/>
          </p:nvSpPr>
          <p:spPr>
            <a:xfrm>
              <a:off x="478412" y="1161705"/>
              <a:ext cx="2160000" cy="3370006"/>
            </a:xfrm>
            <a:prstGeom prst="roundRect">
              <a:avLst/>
            </a:prstGeom>
            <a:grpFill/>
            <a:ln>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endParaRPr lang="en-GB" noProof="0"/>
            </a:p>
            <a:p>
              <a:pPr algn="ctr"/>
              <a:r>
                <a:rPr lang="en-GB" sz="1600" noProof="0"/>
                <a:t>Mark unclear information with PMIs or </a:t>
              </a:r>
              <a:r>
                <a:rPr lang="en-GB" sz="1600" noProof="0" err="1"/>
                <a:t>colors</a:t>
              </a:r>
              <a:endParaRPr lang="en-GB" sz="1600" noProof="0"/>
            </a:p>
          </p:txBody>
        </p:sp>
        <p:sp>
          <p:nvSpPr>
            <p:cNvPr id="37" name="Kreis: nicht ausgefüllt 36">
              <a:extLst>
                <a:ext uri="{FF2B5EF4-FFF2-40B4-BE49-F238E27FC236}">
                  <a16:creationId xmlns:a16="http://schemas.microsoft.com/office/drawing/2014/main" id="{CFF9E186-0EC1-50E5-6673-23C54FC0C42B}"/>
                </a:ext>
              </a:extLst>
            </p:cNvPr>
            <p:cNvSpPr/>
            <p:nvPr/>
          </p:nvSpPr>
          <p:spPr>
            <a:xfrm>
              <a:off x="553066" y="1274004"/>
              <a:ext cx="390832" cy="383458"/>
            </a:xfrm>
            <a:prstGeom prst="donut">
              <a:avLst>
                <a:gd name="adj" fmla="val 5899"/>
              </a:avLst>
            </a:prstGeom>
            <a:grpFill/>
            <a:ln w="28575">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GB" noProof="0">
                  <a:solidFill>
                    <a:srgbClr val="00EBFD"/>
                  </a:solidFill>
                </a:rPr>
                <a:t>4</a:t>
              </a:r>
            </a:p>
          </p:txBody>
        </p:sp>
      </p:grpSp>
      <p:grpSp>
        <p:nvGrpSpPr>
          <p:cNvPr id="39" name="Gruppieren 38">
            <a:extLst>
              <a:ext uri="{FF2B5EF4-FFF2-40B4-BE49-F238E27FC236}">
                <a16:creationId xmlns:a16="http://schemas.microsoft.com/office/drawing/2014/main" id="{E5BB4B48-D988-F450-1BB1-5CDCD7522DA0}"/>
              </a:ext>
            </a:extLst>
          </p:cNvPr>
          <p:cNvGrpSpPr/>
          <p:nvPr/>
        </p:nvGrpSpPr>
        <p:grpSpPr>
          <a:xfrm>
            <a:off x="9417028" y="1161703"/>
            <a:ext cx="2160000" cy="3370006"/>
            <a:chOff x="478412" y="1161705"/>
            <a:chExt cx="2160000" cy="3370006"/>
          </a:xfrm>
          <a:noFill/>
        </p:grpSpPr>
        <p:sp>
          <p:nvSpPr>
            <p:cNvPr id="40" name="Rechteck: abgerundete Ecken 39">
              <a:extLst>
                <a:ext uri="{FF2B5EF4-FFF2-40B4-BE49-F238E27FC236}">
                  <a16:creationId xmlns:a16="http://schemas.microsoft.com/office/drawing/2014/main" id="{A22EE087-B04F-768A-6650-E7A0EEC227B0}"/>
                </a:ext>
              </a:extLst>
            </p:cNvPr>
            <p:cNvSpPr/>
            <p:nvPr/>
          </p:nvSpPr>
          <p:spPr>
            <a:xfrm>
              <a:off x="478412" y="1161705"/>
              <a:ext cx="2160000" cy="3370006"/>
            </a:xfrm>
            <a:prstGeom prst="roundRect">
              <a:avLst/>
            </a:prstGeom>
            <a:grpFill/>
            <a:ln>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endParaRPr lang="en-GB" noProof="0"/>
            </a:p>
            <a:p>
              <a:pPr algn="ctr"/>
              <a:r>
                <a:rPr lang="en-GB" sz="1600" noProof="0"/>
                <a:t>Demonstration using real sample data</a:t>
              </a:r>
            </a:p>
          </p:txBody>
        </p:sp>
        <p:sp>
          <p:nvSpPr>
            <p:cNvPr id="41" name="Kreis: nicht ausgefüllt 40">
              <a:extLst>
                <a:ext uri="{FF2B5EF4-FFF2-40B4-BE49-F238E27FC236}">
                  <a16:creationId xmlns:a16="http://schemas.microsoft.com/office/drawing/2014/main" id="{2C2497F0-9601-9CDB-0857-689DB9838811}"/>
                </a:ext>
              </a:extLst>
            </p:cNvPr>
            <p:cNvSpPr/>
            <p:nvPr/>
          </p:nvSpPr>
          <p:spPr>
            <a:xfrm>
              <a:off x="553066" y="1274004"/>
              <a:ext cx="390832" cy="383458"/>
            </a:xfrm>
            <a:prstGeom prst="donut">
              <a:avLst>
                <a:gd name="adj" fmla="val 5899"/>
              </a:avLst>
            </a:prstGeom>
            <a:grpFill/>
            <a:ln w="28575">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algn="ctr"/>
              <a:r>
                <a:rPr lang="en-GB" noProof="0">
                  <a:solidFill>
                    <a:srgbClr val="00EBFD"/>
                  </a:solidFill>
                </a:rPr>
                <a:t>5</a:t>
              </a:r>
            </a:p>
          </p:txBody>
        </p:sp>
      </p:grpSp>
      <p:pic>
        <p:nvPicPr>
          <p:cNvPr id="46" name="Grafik 45">
            <a:extLst>
              <a:ext uri="{FF2B5EF4-FFF2-40B4-BE49-F238E27FC236}">
                <a16:creationId xmlns:a16="http://schemas.microsoft.com/office/drawing/2014/main" id="{32522288-1743-2DAB-211E-AE36BCA923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8449" y="2898994"/>
            <a:ext cx="1909234" cy="1431926"/>
          </a:xfrm>
          <a:prstGeom prst="rect">
            <a:avLst/>
          </a:prstGeom>
          <a:effectLst>
            <a:softEdge rad="165100"/>
          </a:effectLst>
        </p:spPr>
      </p:pic>
      <p:pic>
        <p:nvPicPr>
          <p:cNvPr id="48" name="Grafik 47">
            <a:extLst>
              <a:ext uri="{FF2B5EF4-FFF2-40B4-BE49-F238E27FC236}">
                <a16:creationId xmlns:a16="http://schemas.microsoft.com/office/drawing/2014/main" id="{193B19C2-2F5D-DBA7-BF29-1DE810FEEC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01684" y="2582780"/>
            <a:ext cx="1590687" cy="1987650"/>
          </a:xfrm>
          <a:prstGeom prst="rect">
            <a:avLst/>
          </a:prstGeom>
          <a:effectLst>
            <a:softEdge rad="88900"/>
          </a:effectLst>
        </p:spPr>
      </p:pic>
      <p:pic>
        <p:nvPicPr>
          <p:cNvPr id="50" name="Grafik 49">
            <a:extLst>
              <a:ext uri="{FF2B5EF4-FFF2-40B4-BE49-F238E27FC236}">
                <a16:creationId xmlns:a16="http://schemas.microsoft.com/office/drawing/2014/main" id="{71CC16F1-B1C0-37C9-276D-CD8A6F9C63D8}"/>
              </a:ext>
            </a:extLst>
          </p:cNvPr>
          <p:cNvPicPr>
            <a:picLocks noChangeAspect="1"/>
          </p:cNvPicPr>
          <p:nvPr/>
        </p:nvPicPr>
        <p:blipFill>
          <a:blip r:embed="rId7">
            <a:extLst>
              <a:ext uri="{28A0092B-C50C-407E-A947-70E740481C1C}">
                <a14:useLocalDpi xmlns:a14="http://schemas.microsoft.com/office/drawing/2010/main" val="0"/>
              </a:ext>
            </a:extLst>
          </a:blip>
          <a:srcRect l="-6920" t="-415" r="-12237" b="8321"/>
          <a:stretch>
            <a:fillRect/>
          </a:stretch>
        </p:blipFill>
        <p:spPr>
          <a:xfrm>
            <a:off x="7361435" y="2657986"/>
            <a:ext cx="1886033" cy="1821441"/>
          </a:xfrm>
          <a:prstGeom prst="rect">
            <a:avLst/>
          </a:prstGeom>
          <a:effectLst>
            <a:softEdge rad="38100"/>
          </a:effectLst>
        </p:spPr>
      </p:pic>
      <p:pic>
        <p:nvPicPr>
          <p:cNvPr id="52" name="Grafik 51">
            <a:extLst>
              <a:ext uri="{FF2B5EF4-FFF2-40B4-BE49-F238E27FC236}">
                <a16:creationId xmlns:a16="http://schemas.microsoft.com/office/drawing/2014/main" id="{F175599A-7742-D892-002D-F0F7B83F4CD4}"/>
              </a:ext>
            </a:extLst>
          </p:cNvPr>
          <p:cNvPicPr>
            <a:picLocks noChangeAspect="1"/>
          </p:cNvPicPr>
          <p:nvPr/>
        </p:nvPicPr>
        <p:blipFill>
          <a:blip r:embed="rId8">
            <a:extLst>
              <a:ext uri="{28A0092B-C50C-407E-A947-70E740481C1C}">
                <a14:useLocalDpi xmlns:a14="http://schemas.microsoft.com/office/drawing/2010/main" val="0"/>
              </a:ext>
            </a:extLst>
          </a:blip>
          <a:srcRect t="5163" b="10753"/>
          <a:stretch>
            <a:fillRect/>
          </a:stretch>
        </p:blipFill>
        <p:spPr>
          <a:xfrm>
            <a:off x="5210698" y="2710267"/>
            <a:ext cx="1634043" cy="1716881"/>
          </a:xfrm>
          <a:prstGeom prst="rect">
            <a:avLst/>
          </a:prstGeom>
          <a:effectLst>
            <a:softEdge rad="38100"/>
          </a:effectLst>
        </p:spPr>
      </p:pic>
      <p:pic>
        <p:nvPicPr>
          <p:cNvPr id="54" name="Grafik 53">
            <a:extLst>
              <a:ext uri="{FF2B5EF4-FFF2-40B4-BE49-F238E27FC236}">
                <a16:creationId xmlns:a16="http://schemas.microsoft.com/office/drawing/2014/main" id="{09D4C38F-526B-07B8-C5F7-AB6EF1B8DF0C}"/>
              </a:ext>
            </a:extLst>
          </p:cNvPr>
          <p:cNvPicPr>
            <a:picLocks noChangeAspect="1"/>
          </p:cNvPicPr>
          <p:nvPr/>
        </p:nvPicPr>
        <p:blipFill>
          <a:blip r:embed="rId4"/>
          <a:srcRect l="6674" t="2304" r="6975" b="3133"/>
          <a:stretch>
            <a:fillRect/>
          </a:stretch>
        </p:blipFill>
        <p:spPr>
          <a:xfrm>
            <a:off x="1009233" y="4812425"/>
            <a:ext cx="684074" cy="1023271"/>
          </a:xfrm>
          <a:prstGeom prst="rect">
            <a:avLst/>
          </a:prstGeom>
          <a:noFill/>
        </p:spPr>
      </p:pic>
      <p:pic>
        <p:nvPicPr>
          <p:cNvPr id="56" name="Grafik 55">
            <a:extLst>
              <a:ext uri="{FF2B5EF4-FFF2-40B4-BE49-F238E27FC236}">
                <a16:creationId xmlns:a16="http://schemas.microsoft.com/office/drawing/2014/main" id="{8B51D1FF-00EB-B460-D1B7-7C47FEAF5A2C}"/>
              </a:ext>
            </a:extLst>
          </p:cNvPr>
          <p:cNvPicPr>
            <a:picLocks noChangeAspect="1"/>
          </p:cNvPicPr>
          <p:nvPr/>
        </p:nvPicPr>
        <p:blipFill>
          <a:blip r:embed="rId9"/>
          <a:stretch>
            <a:fillRect/>
          </a:stretch>
        </p:blipFill>
        <p:spPr>
          <a:xfrm>
            <a:off x="2468074" y="4717551"/>
            <a:ext cx="1138232" cy="1235331"/>
          </a:xfrm>
          <a:prstGeom prst="rect">
            <a:avLst/>
          </a:prstGeom>
          <a:effectLst>
            <a:softEdge rad="127000"/>
          </a:effectLst>
        </p:spPr>
      </p:pic>
      <p:pic>
        <p:nvPicPr>
          <p:cNvPr id="58" name="Grafik 57">
            <a:extLst>
              <a:ext uri="{FF2B5EF4-FFF2-40B4-BE49-F238E27FC236}">
                <a16:creationId xmlns:a16="http://schemas.microsoft.com/office/drawing/2014/main" id="{B26C99EF-8B23-CEB5-39E5-656015BD3C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44300" y="4879030"/>
            <a:ext cx="1341863" cy="1006398"/>
          </a:xfrm>
          <a:prstGeom prst="rect">
            <a:avLst/>
          </a:prstGeom>
          <a:effectLst>
            <a:softEdge rad="165100"/>
          </a:effectLst>
        </p:spPr>
      </p:pic>
      <p:pic>
        <p:nvPicPr>
          <p:cNvPr id="60" name="Grafik 59">
            <a:extLst>
              <a:ext uri="{FF2B5EF4-FFF2-40B4-BE49-F238E27FC236}">
                <a16:creationId xmlns:a16="http://schemas.microsoft.com/office/drawing/2014/main" id="{97956034-6A87-AB04-35B0-305DD3E3BB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33828" y="4764263"/>
            <a:ext cx="936846" cy="1170640"/>
          </a:xfrm>
          <a:prstGeom prst="rect">
            <a:avLst/>
          </a:prstGeom>
          <a:effectLst>
            <a:softEdge rad="88900"/>
          </a:effectLst>
        </p:spPr>
      </p:pic>
      <p:sp>
        <p:nvSpPr>
          <p:cNvPr id="62" name="Rechteck: abgerundete Ecken 61">
            <a:extLst>
              <a:ext uri="{FF2B5EF4-FFF2-40B4-BE49-F238E27FC236}">
                <a16:creationId xmlns:a16="http://schemas.microsoft.com/office/drawing/2014/main" id="{99CD8E38-A52A-E52A-4DC0-338E725034A9}"/>
              </a:ext>
            </a:extLst>
          </p:cNvPr>
          <p:cNvSpPr/>
          <p:nvPr/>
        </p:nvSpPr>
        <p:spPr>
          <a:xfrm>
            <a:off x="7647860" y="4675930"/>
            <a:ext cx="4065727" cy="1276609"/>
          </a:xfrm>
          <a:prstGeom prst="roundRect">
            <a:avLst/>
          </a:prstGeom>
          <a:gradFill flip="none" rotWithShape="1">
            <a:gsLst>
              <a:gs pos="0">
                <a:srgbClr val="005654">
                  <a:alpha val="58824"/>
                </a:srgbClr>
              </a:gs>
              <a:gs pos="24000">
                <a:srgbClr val="001136"/>
              </a:gs>
              <a:gs pos="46000">
                <a:srgbClr val="000028">
                  <a:alpha val="59000"/>
                </a:srgbClr>
              </a:gs>
            </a:gsLst>
            <a:path path="circle">
              <a:fillToRect l="100000" t="100000"/>
            </a:path>
            <a:tileRect r="-100000" b="-100000"/>
          </a:gradFill>
          <a:ln>
            <a:solidFill>
              <a:srgbClr val="00EBFD"/>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GB" noProof="0"/>
          </a:p>
        </p:txBody>
      </p:sp>
      <p:pic>
        <p:nvPicPr>
          <p:cNvPr id="64" name="Grafik 63" descr="Volltreffer mit einfarbiger Füllung">
            <a:extLst>
              <a:ext uri="{FF2B5EF4-FFF2-40B4-BE49-F238E27FC236}">
                <a16:creationId xmlns:a16="http://schemas.microsoft.com/office/drawing/2014/main" id="{D4E8ADF7-1D87-5C4D-F08B-9365B0EF82F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805174" y="4878687"/>
            <a:ext cx="914400" cy="914400"/>
          </a:xfrm>
          <a:prstGeom prst="rect">
            <a:avLst/>
          </a:prstGeom>
        </p:spPr>
      </p:pic>
      <p:sp>
        <p:nvSpPr>
          <p:cNvPr id="65" name="Textfeld 64">
            <a:extLst>
              <a:ext uri="{FF2B5EF4-FFF2-40B4-BE49-F238E27FC236}">
                <a16:creationId xmlns:a16="http://schemas.microsoft.com/office/drawing/2014/main" id="{A51813E9-8742-71EB-9CE6-6C7AA3494A6E}"/>
              </a:ext>
            </a:extLst>
          </p:cNvPr>
          <p:cNvSpPr txBox="1"/>
          <p:nvPr/>
        </p:nvSpPr>
        <p:spPr>
          <a:xfrm>
            <a:off x="8644193" y="4970191"/>
            <a:ext cx="3044267" cy="738664"/>
          </a:xfrm>
          <a:prstGeom prst="rect">
            <a:avLst/>
          </a:prstGeom>
          <a:noFill/>
        </p:spPr>
        <p:txBody>
          <a:bodyPr wrap="square" lIns="0" tIns="0" rIns="0" bIns="0" rtlCol="0">
            <a:spAutoFit/>
          </a:bodyPr>
          <a:lstStyle/>
          <a:p>
            <a:pPr algn="ctr"/>
            <a:r>
              <a:rPr lang="en-GB" sz="2400" noProof="0">
                <a:solidFill>
                  <a:srgbClr val="00EBFD"/>
                </a:solidFill>
              </a:rPr>
              <a:t>Hackathon Goal:</a:t>
            </a:r>
            <a:br>
              <a:rPr lang="en-GB" sz="2400" noProof="0">
                <a:solidFill>
                  <a:srgbClr val="00EBFD"/>
                </a:solidFill>
              </a:rPr>
            </a:br>
            <a:r>
              <a:rPr lang="en-GB" sz="2400" noProof="0">
                <a:solidFill>
                  <a:srgbClr val="00EBFD"/>
                </a:solidFill>
              </a:rPr>
              <a:t>Working Prototype</a:t>
            </a:r>
          </a:p>
        </p:txBody>
      </p:sp>
      <p:cxnSp>
        <p:nvCxnSpPr>
          <p:cNvPr id="67" name="Gerade Verbindung mit Pfeil 66">
            <a:extLst>
              <a:ext uri="{FF2B5EF4-FFF2-40B4-BE49-F238E27FC236}">
                <a16:creationId xmlns:a16="http://schemas.microsoft.com/office/drawing/2014/main" id="{F7A4EFB5-7468-FA38-0AC0-384E7E2AFFBD}"/>
              </a:ext>
            </a:extLst>
          </p:cNvPr>
          <p:cNvCxnSpPr>
            <a:cxnSpLocks/>
          </p:cNvCxnSpPr>
          <p:nvPr/>
        </p:nvCxnSpPr>
        <p:spPr>
          <a:xfrm>
            <a:off x="1825494" y="5328468"/>
            <a:ext cx="617453" cy="1"/>
          </a:xfrm>
          <a:prstGeom prst="straightConnector1">
            <a:avLst/>
          </a:prstGeom>
          <a:ln w="57150">
            <a:solidFill>
              <a:srgbClr val="00EBFD"/>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70" name="Gerade Verbindung mit Pfeil 69">
            <a:extLst>
              <a:ext uri="{FF2B5EF4-FFF2-40B4-BE49-F238E27FC236}">
                <a16:creationId xmlns:a16="http://schemas.microsoft.com/office/drawing/2014/main" id="{58F8DEAA-064E-95D7-3A20-99DD2D935D0F}"/>
              </a:ext>
            </a:extLst>
          </p:cNvPr>
          <p:cNvCxnSpPr>
            <a:cxnSpLocks/>
          </p:cNvCxnSpPr>
          <p:nvPr/>
        </p:nvCxnSpPr>
        <p:spPr>
          <a:xfrm>
            <a:off x="3674765" y="5349926"/>
            <a:ext cx="617453" cy="1"/>
          </a:xfrm>
          <a:prstGeom prst="straightConnector1">
            <a:avLst/>
          </a:prstGeom>
          <a:ln w="57150">
            <a:solidFill>
              <a:srgbClr val="00EBFD"/>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5A24572B-4138-B38C-8176-B62F74A16B91}"/>
              </a:ext>
            </a:extLst>
          </p:cNvPr>
          <p:cNvCxnSpPr>
            <a:cxnSpLocks/>
          </p:cNvCxnSpPr>
          <p:nvPr/>
        </p:nvCxnSpPr>
        <p:spPr>
          <a:xfrm>
            <a:off x="5536220" y="5349926"/>
            <a:ext cx="617453" cy="1"/>
          </a:xfrm>
          <a:prstGeom prst="straightConnector1">
            <a:avLst/>
          </a:prstGeom>
          <a:ln w="57150">
            <a:solidFill>
              <a:srgbClr val="00EBFD"/>
            </a:solidFill>
            <a:headEnd w="lg"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702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7F1B25-03AB-2D96-1CC7-CD050A44BC4C}"/>
              </a:ext>
            </a:extLst>
          </p:cNvPr>
          <p:cNvSpPr>
            <a:spLocks noGrp="1"/>
          </p:cNvSpPr>
          <p:nvPr>
            <p:ph type="title"/>
          </p:nvPr>
        </p:nvSpPr>
        <p:spPr/>
        <p:txBody>
          <a:bodyPr/>
          <a:lstStyle/>
          <a:p>
            <a:r>
              <a:rPr lang="en-GB" sz="4800" noProof="0"/>
              <a:t>Extension for Fast Teams</a:t>
            </a:r>
          </a:p>
        </p:txBody>
      </p:sp>
      <p:sp>
        <p:nvSpPr>
          <p:cNvPr id="3" name="Fußzeilenplatzhalter 2">
            <a:extLst>
              <a:ext uri="{FF2B5EF4-FFF2-40B4-BE49-F238E27FC236}">
                <a16:creationId xmlns:a16="http://schemas.microsoft.com/office/drawing/2014/main" id="{681C5424-0AB6-A2E3-E69F-34ADCCE910E8}"/>
              </a:ext>
            </a:extLst>
          </p:cNvPr>
          <p:cNvSpPr>
            <a:spLocks noGrp="1"/>
          </p:cNvSpPr>
          <p:nvPr>
            <p:ph type="ftr" sz="quarter" idx="10"/>
          </p:nvPr>
        </p:nvSpPr>
        <p:spPr/>
        <p:txBody>
          <a:bodyPr/>
          <a:lstStyle/>
          <a:p>
            <a:pPr defTabSz="914332">
              <a:buClr>
                <a:srgbClr val="009999"/>
              </a:buClr>
            </a:pPr>
            <a:r>
              <a:rPr lang="en-GB" kern="0" noProof="0"/>
              <a:t>© BCT Technology AG 2026</a:t>
            </a:r>
          </a:p>
        </p:txBody>
      </p:sp>
      <p:sp>
        <p:nvSpPr>
          <p:cNvPr id="4" name="Textplatzhalter 3">
            <a:extLst>
              <a:ext uri="{FF2B5EF4-FFF2-40B4-BE49-F238E27FC236}">
                <a16:creationId xmlns:a16="http://schemas.microsoft.com/office/drawing/2014/main" id="{0C7331BB-5367-784C-82FB-1D294741DB7B}"/>
              </a:ext>
            </a:extLst>
          </p:cNvPr>
          <p:cNvSpPr>
            <a:spLocks noGrp="1"/>
          </p:cNvSpPr>
          <p:nvPr>
            <p:ph type="body" sz="quarter" idx="11"/>
          </p:nvPr>
        </p:nvSpPr>
        <p:spPr/>
        <p:txBody>
          <a:bodyPr/>
          <a:lstStyle/>
          <a:p>
            <a:endParaRPr lang="en-US" b="1"/>
          </a:p>
          <a:p>
            <a:r>
              <a:rPr lang="en-US" b="1"/>
              <a:t>Preparing the Generated Data for Manufacturing:</a:t>
            </a:r>
            <a:endParaRPr lang="en-GB"/>
          </a:p>
          <a:p>
            <a:pPr marL="285750" indent="-285750">
              <a:buFont typeface="Arial" panose="020B0604020202020204" pitchFamily="34" charset="0"/>
              <a:buChar char="•"/>
            </a:pPr>
            <a:r>
              <a:rPr lang="en-US"/>
              <a:t>We use the analyzed data and the 3D model</a:t>
            </a:r>
          </a:p>
          <a:p>
            <a:pPr marL="285750" indent="-285750">
              <a:buFont typeface="Arial" panose="020B0604020202020204" pitchFamily="34" charset="0"/>
              <a:buChar char="•"/>
            </a:pPr>
            <a:r>
              <a:rPr lang="en-GB" noProof="0"/>
              <a:t>In addition to the nominal dimensions on the 2D drawing or PMIs, we also extract the tolerances</a:t>
            </a:r>
          </a:p>
          <a:p>
            <a:pPr marL="285750" indent="-285750">
              <a:buFont typeface="Arial" panose="020B0604020202020204" pitchFamily="34" charset="0"/>
              <a:buChar char="•"/>
            </a:pPr>
            <a:r>
              <a:rPr lang="en-GB" noProof="0"/>
              <a:t>Analysis of </a:t>
            </a:r>
            <a:r>
              <a:rPr lang="en-GB"/>
              <a:t>asymmetrical </a:t>
            </a:r>
            <a:r>
              <a:rPr lang="en-GB" noProof="0"/>
              <a:t>tolerances</a:t>
            </a:r>
          </a:p>
          <a:p>
            <a:pPr marL="285750" indent="-285750">
              <a:buFont typeface="Arial" panose="020B0604020202020204" pitchFamily="34" charset="0"/>
              <a:buChar char="•"/>
            </a:pPr>
            <a:r>
              <a:rPr lang="en-US"/>
              <a:t>Transfer the relevant tolerances to the center</a:t>
            </a:r>
          </a:p>
          <a:p>
            <a:pPr marL="285750" indent="-285750">
              <a:buFont typeface="Arial" panose="020B0604020202020204" pitchFamily="34" charset="0"/>
              <a:buChar char="•"/>
            </a:pPr>
            <a:r>
              <a:rPr lang="en-US"/>
              <a:t>Check whether the 3D model complies with all dimensions and tolerances</a:t>
            </a:r>
          </a:p>
          <a:p>
            <a:pPr marL="285750" indent="-285750">
              <a:buFont typeface="Arial" panose="020B0604020202020204" pitchFamily="34" charset="0"/>
              <a:buChar char="•"/>
            </a:pPr>
            <a:endParaRPr lang="en-GB" noProof="0"/>
          </a:p>
          <a:p>
            <a:r>
              <a:rPr lang="en-US"/>
              <a:t>If you're interested, please feel free to contact us. </a:t>
            </a:r>
          </a:p>
          <a:p>
            <a:r>
              <a:rPr lang="en-US"/>
              <a:t>Jan will provide sample data.</a:t>
            </a:r>
          </a:p>
        </p:txBody>
      </p:sp>
      <p:pic>
        <p:nvPicPr>
          <p:cNvPr id="11" name="Bildplatzhalter 10">
            <a:extLst>
              <a:ext uri="{FF2B5EF4-FFF2-40B4-BE49-F238E27FC236}">
                <a16:creationId xmlns:a16="http://schemas.microsoft.com/office/drawing/2014/main" id="{FA2CA653-2265-B7E0-6F49-52E7346BC2CD}"/>
              </a:ext>
            </a:extLst>
          </p:cNvPr>
          <p:cNvPicPr>
            <a:picLocks noGrp="1" noChangeAspect="1"/>
          </p:cNvPicPr>
          <p:nvPr>
            <p:ph type="pic" sz="quarter" idx="12"/>
          </p:nvPr>
        </p:nvPicPr>
        <p:blipFill>
          <a:blip r:embed="rId3"/>
          <a:srcRect t="4326" b="4326"/>
          <a:stretch/>
        </p:blipFill>
        <p:spPr bwMode="black">
          <a:prstGeom prst="rect">
            <a:avLst/>
          </a:prstGeom>
        </p:spPr>
      </p:pic>
    </p:spTree>
    <p:extLst>
      <p:ext uri="{BB962C8B-B14F-4D97-AF65-F5344CB8AC3E}">
        <p14:creationId xmlns:p14="http://schemas.microsoft.com/office/powerpoint/2010/main" val="1682958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461FFCE-2526-F3D2-FB86-4F988AE1608D}"/>
              </a:ext>
            </a:extLst>
          </p:cNvPr>
          <p:cNvSpPr>
            <a:spLocks noGrp="1"/>
          </p:cNvSpPr>
          <p:nvPr>
            <p:ph type="ftr" sz="quarter" idx="10"/>
          </p:nvPr>
        </p:nvSpPr>
        <p:spPr/>
        <p:txBody>
          <a:bodyPr/>
          <a:lstStyle/>
          <a:p>
            <a:pPr defTabSz="914309">
              <a:buClr>
                <a:srgbClr val="009999"/>
              </a:buClr>
            </a:pPr>
            <a:r>
              <a:rPr lang="en-GB" kern="0" noProof="0"/>
              <a:t> © BCT Technology AG 2026</a:t>
            </a:r>
          </a:p>
        </p:txBody>
      </p:sp>
    </p:spTree>
    <p:extLst>
      <p:ext uri="{BB962C8B-B14F-4D97-AF65-F5344CB8AC3E}">
        <p14:creationId xmlns:p14="http://schemas.microsoft.com/office/powerpoint/2010/main" val="2946636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CD_LOGO_PROTECTION" val="true"/>
</p:tagLst>
</file>

<file path=ppt/theme/theme1.xml><?xml version="1.0" encoding="utf-8"?>
<a:theme xmlns:a="http://schemas.openxmlformats.org/drawingml/2006/main" name="BPC_Master_Design_dunkel">
  <a:themeElements>
    <a:clrScheme name="Business Process Consulting Master Colors">
      <a:dk1>
        <a:srgbClr val="000000"/>
      </a:dk1>
      <a:lt1>
        <a:srgbClr val="FFFFFF"/>
      </a:lt1>
      <a:dk2>
        <a:srgbClr val="000028"/>
      </a:dk2>
      <a:lt2>
        <a:srgbClr val="F2F2F2"/>
      </a:lt2>
      <a:accent1>
        <a:srgbClr val="009999"/>
      </a:accent1>
      <a:accent2>
        <a:srgbClr val="00FFB9"/>
      </a:accent2>
      <a:accent3>
        <a:srgbClr val="00D7A0"/>
      </a:accent3>
      <a:accent4>
        <a:srgbClr val="80FFF7"/>
      </a:accent4>
      <a:accent5>
        <a:srgbClr val="00605B"/>
      </a:accent5>
      <a:accent6>
        <a:srgbClr val="4DFFD1"/>
      </a:accent6>
      <a:hlink>
        <a:srgbClr val="FFC000"/>
      </a:hlink>
      <a:folHlink>
        <a:srgbClr val="8989F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solidFill>
              <a:schemeClr val="tx1"/>
            </a:solidFill>
          </a:defRPr>
        </a:defPPr>
      </a:lstStyle>
    </a:txDef>
  </a:objectDefaults>
  <a:extraClrSchemeLst/>
  <a:custClrLst>
    <a:custClr name="Siemens Petrol | 0 153 153">
      <a:srgbClr val="009999"/>
    </a:custClr>
    <a:custClr name="Light Petrol | 0 193 182">
      <a:srgbClr val="00C1B6"/>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Deep Blue | 0 0 40">
      <a:srgbClr val="000028"/>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Light Sand | 243 243 240">
      <a:srgbClr val="F3F3F0"/>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DISW Standard PowerPoint Template_Short_Jan 2023_V1.4" id="{60393147-F510-D04B-9E8C-AB46C0164A70}" vid="{8A0F96D9-B43C-FB47-AA28-DD51E6B2B37F}"/>
    </a:ext>
  </a:extLst>
</a:theme>
</file>

<file path=ppt/theme/theme2.xml><?xml version="1.0" encoding="utf-8"?>
<a:theme xmlns:a="http://schemas.openxmlformats.org/drawingml/2006/main" name="BPC_Master_Design_hell">
  <a:themeElements>
    <a:clrScheme name="Business Process Consulting Master Colors">
      <a:dk1>
        <a:srgbClr val="000000"/>
      </a:dk1>
      <a:lt1>
        <a:srgbClr val="FFFFFF"/>
      </a:lt1>
      <a:dk2>
        <a:srgbClr val="000028"/>
      </a:dk2>
      <a:lt2>
        <a:srgbClr val="F2F2F2"/>
      </a:lt2>
      <a:accent1>
        <a:srgbClr val="009999"/>
      </a:accent1>
      <a:accent2>
        <a:srgbClr val="00FFB9"/>
      </a:accent2>
      <a:accent3>
        <a:srgbClr val="00D7A0"/>
      </a:accent3>
      <a:accent4>
        <a:srgbClr val="80FFF7"/>
      </a:accent4>
      <a:accent5>
        <a:srgbClr val="00605B"/>
      </a:accent5>
      <a:accent6>
        <a:srgbClr val="4DFFD1"/>
      </a:accent6>
      <a:hlink>
        <a:srgbClr val="FFC000"/>
      </a:hlink>
      <a:folHlink>
        <a:srgbClr val="8989FE"/>
      </a:folHlink>
    </a:clrScheme>
    <a:fontScheme name="B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ln>
        <a:effectLst/>
      </a:spPr>
      <a:bodyPr wrap="square" lIns="72000" tIns="72000" rIns="72000" bIns="72000" numCol="1" spcCol="72000" rtlCol="0" anchor="ctr">
        <a:noAutofit/>
      </a:bodyPr>
      <a:lstStyle>
        <a:defPPr algn="ctr">
          <a:lnSpc>
            <a:spcPct val="110000"/>
          </a:lnSpc>
          <a:spcBef>
            <a:spcPct val="0"/>
          </a:spcBef>
          <a:buFont typeface="Wingdings" charset="0"/>
          <a:buNone/>
          <a:defRPr sz="1400" dirty="0" smtClean="0">
            <a:solidFill>
              <a:schemeClr val="bg1"/>
            </a:solidFill>
            <a:latin typeface="+mn-lt"/>
            <a:ea typeface="Arial Unicode MS" panose="020B0604020202020204" pitchFamily="34" charset="-128"/>
            <a:cs typeface="Arial Unicode MS" panose="020B0604020202020204" pitchFamily="34" charset="-128"/>
          </a:defRPr>
        </a:defPPr>
      </a:lstStyle>
    </a:spDef>
    <a:lnDef>
      <a:spPr bwMode="auto">
        <a:solidFill>
          <a:schemeClr val="tx2"/>
        </a:solidFill>
        <a:ln w="12700"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a:spPr>
      <a:bodyPr/>
      <a:lstStyle/>
    </a:lnDef>
    <a:txDef>
      <a:spPr>
        <a:noFill/>
      </a:spPr>
      <a:bodyPr wrap="square" lIns="0" tIns="0" rIns="0" bIns="0" rtlCol="0">
        <a:noAutofit/>
      </a:bodyPr>
      <a:lstStyle>
        <a:defPPr algn="l">
          <a:lnSpc>
            <a:spcPct val="110000"/>
          </a:lnSpc>
          <a:spcBef>
            <a:spcPts val="0"/>
          </a:spcBef>
          <a:defRPr sz="1400" dirty="0" smtClean="0">
            <a:solidFill>
              <a:schemeClr val="tx1"/>
            </a:solidFill>
            <a:latin typeface="+mn-lt"/>
            <a:ea typeface="Arial Unicode MS" panose="020B0604020202020204" pitchFamily="34" charset="-128"/>
            <a:cs typeface="Arial Unicode MS" panose="020B0604020202020204" pitchFamily="34" charset="-128"/>
          </a:defRPr>
        </a:defPPr>
      </a:lstStyle>
    </a:txDef>
  </a:objectDefaults>
  <a:extraClrSchemeLst/>
  <a:custClrLst>
    <a:custClr name="BCT Snow | 255 255 255">
      <a:srgbClr val="FFFFFF"/>
    </a:custClr>
    <a:custClr name="BCT Accent Yellow dark | 235 120 10">
      <a:srgbClr val="EB780A"/>
    </a:custClr>
    <a:custClr name="BCT Accent Yellow light | 255 185 0">
      <a:srgbClr val="FFB900"/>
    </a:custClr>
    <a:custClr name="BCT Stone dark | 60 70 75">
      <a:srgbClr val="3C464B"/>
    </a:custClr>
    <a:custClr name="BCT Sand dark | 88 77 79">
      <a:srgbClr val="584D4F"/>
    </a:custClr>
    <a:custClr name="BCT Accent Red | 124 0 22">
      <a:srgbClr val="7C0016"/>
    </a:custClr>
    <a:custClr name="BCT Accent Yellow | 125 45 30">
      <a:srgbClr val="7D2D1E"/>
    </a:custClr>
    <a:custClr name="BCT Accent Teal dark | 0 100 110">
      <a:srgbClr val="00646E"/>
    </a:custClr>
    <a:custClr name="BCT Accent Blue | 0 70 105">
      <a:srgbClr val="004669"/>
    </a:custClr>
    <a:custClr name="BCT Accent Green | 70 95 25">
      <a:srgbClr val="465F19"/>
    </a:custClr>
    <a:custClr name="Black">
      <a:srgbClr val="000000"/>
    </a:custClr>
    <a:custClr name="BCT Accent Red dark | 124 0 22">
      <a:srgbClr val="7C0016"/>
    </a:custClr>
    <a:custClr name="BCT Accent Red | 219 0 38">
      <a:srgbClr val="DB0027"/>
    </a:custClr>
    <a:custClr name="BCT Stone | 120 135 145">
      <a:srgbClr val="788791"/>
    </a:custClr>
    <a:custClr name="BCT Sand | 120 105 108">
      <a:srgbClr val="78696C"/>
    </a:custClr>
    <a:custClr name="BCT Accent Red dark | 174 0 31">
      <a:srgbClr val="AE001F"/>
    </a:custClr>
    <a:custClr name="BCT Accent Yellow | 200 90 30">
      <a:srgbClr val="C85A1E"/>
    </a:custClr>
    <a:custClr name="BCT Accent Teal | 15 130 135">
      <a:srgbClr val="0F8287"/>
    </a:custClr>
    <a:custClr name="BCT Accent Blue dark | 0 95 135">
      <a:srgbClr val="005F87"/>
    </a:custClr>
    <a:custClr name="BCT Accent Green dark | 100 125 45">
      <a:srgbClr val="647D2D"/>
    </a:custClr>
    <a:custClr name="BCT Stone light | 135 155 170">
      <a:srgbClr val="879BAA"/>
    </a:custClr>
    <a:custClr name="BCT Accent Blue dark | 0 95 135">
      <a:srgbClr val="005F87"/>
    </a:custClr>
    <a:custClr name="BCT Accent Blue light | 80 190 215">
      <a:srgbClr val="50BED7"/>
    </a:custClr>
    <a:custClr name="BCT Stone | 155 175 190">
      <a:srgbClr val="9BAFBE"/>
    </a:custClr>
    <a:custClr name="BCT Sand | 155 36 139">
      <a:srgbClr val="9B248B"/>
    </a:custClr>
    <a:custClr name="BCT Accent Red | 219 0 38">
      <a:srgbClr val="DB0027"/>
    </a:custClr>
    <a:custClr name="BCT Accent Yellow dark | 235 120 10">
      <a:srgbClr val="EB780A"/>
    </a:custClr>
    <a:custClr name="BCT Accent Teal | 50 160 160">
      <a:srgbClr val="32A0A0"/>
    </a:custClr>
    <a:custClr name="BCT Accent Blue | 35 135 170">
      <a:srgbClr val="2387AA"/>
    </a:custClr>
    <a:custClr name="BCT Accent Green | 135 150 40">
      <a:srgbClr val="879628"/>
    </a:custClr>
    <a:custClr name="BCT Stone light 35% | 190 205 215">
      <a:srgbClr val="BECDD7"/>
    </a:custClr>
    <a:custClr name="BCT Accent Green dark | 100 125 45">
      <a:srgbClr val="647D2D"/>
    </a:custClr>
    <a:custClr name="BCT Accent Green light | 170 180 20">
      <a:srgbClr val="AAB414"/>
    </a:custClr>
    <a:custClr name="BCT Stone light 35% | 190 205 215">
      <a:srgbClr val="BECDD7"/>
    </a:custClr>
    <a:custClr name="BCT Sand | 192 180 183">
      <a:srgbClr val="C0B4B7"/>
    </a:custClr>
    <a:custClr name="BCT Accent Red light | 255 47 82">
      <a:srgbClr val="FF2F52"/>
    </a:custClr>
    <a:custClr name="BCT Accent Yellow light | 255 185 0">
      <a:srgbClr val="FFB900"/>
    </a:custClr>
    <a:custClr name="BCT Accent Teal | 75 185 185">
      <a:srgbClr val="4BB9B9"/>
    </a:custClr>
    <a:custClr name="BCT Accent Blue | 65 170 200">
      <a:srgbClr val="41AAC8"/>
    </a:custClr>
    <a:custClr name="BCT Accent Green light | 170 180 20">
      <a:srgbClr val="AAB414"/>
    </a:custClr>
    <a:custClr name="BCT Sand light 50% | 192 180 183">
      <a:srgbClr val="C0B4B7"/>
    </a:custClr>
    <a:custClr name="BCT Accent Teal dark | 0 100 110">
      <a:srgbClr val="00646E"/>
    </a:custClr>
    <a:custClr name="BCT Accent Red | 174 0 31">
      <a:srgbClr val="AE001F"/>
    </a:custClr>
    <a:custClr name="BCT Stone | 205 217 225">
      <a:srgbClr val="CDD9E1"/>
    </a:custClr>
    <a:custClr name="BCT Sand light 50% | 192 180 183">
      <a:srgbClr val="C0B4B7"/>
    </a:custClr>
    <a:custClr name="BCT Accent Red | 255 171 185">
      <a:srgbClr val="FFABB9"/>
    </a:custClr>
    <a:custClr name="BCT Accent Yellow | 255 225 120">
      <a:srgbClr val="FFE178"/>
    </a:custClr>
    <a:custClr name="BCT Accent Teal | 165 225 225">
      <a:srgbClr val="A5E1E1"/>
    </a:custClr>
    <a:custClr name="BCT Accent Blue | 125 210 230">
      <a:srgbClr val="7DD2E6"/>
    </a:custClr>
    <a:custClr name="BCT Accent Green | 210 215 65">
      <a:srgbClr val="D2D741"/>
    </a:custClr>
  </a:custClrLst>
  <a:extLst>
    <a:ext uri="{05A4C25C-085E-4340-85A3-A5531E510DB2}">
      <thm15:themeFamily xmlns:thm15="http://schemas.microsoft.com/office/thememl/2012/main" name="BPC_Vorlage DVC.potx" id="{9290FE6A-335E-412B-B569-CE5396B8884B}" vid="{8744F527-084A-4C9F-BD88-32057809BDFD}"/>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f76cbaf-3c9b-4f7a-a7a8-11a793cc8bf0" xsi:nil="true"/>
    <lcf76f155ced4ddcb4097134ff3c332f xmlns="60512ecd-c58f-47bd-bc70-2ea42056cc7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52AB3CB19A1844F9F82096C8C0E3F62" ma:contentTypeVersion="9" ma:contentTypeDescription="Ein neues Dokument erstellen." ma:contentTypeScope="" ma:versionID="26a7d3ee7bdef41a409cfa774999ae9a">
  <xsd:schema xmlns:xsd="http://www.w3.org/2001/XMLSchema" xmlns:xs="http://www.w3.org/2001/XMLSchema" xmlns:p="http://schemas.microsoft.com/office/2006/metadata/properties" xmlns:ns2="60512ecd-c58f-47bd-bc70-2ea42056cc71" xmlns:ns3="6f76cbaf-3c9b-4f7a-a7a8-11a793cc8bf0" targetNamespace="http://schemas.microsoft.com/office/2006/metadata/properties" ma:root="true" ma:fieldsID="9c787c3c7dfd1f54a72b7c037d3bac23" ns2:_="" ns3:_="">
    <xsd:import namespace="60512ecd-c58f-47bd-bc70-2ea42056cc71"/>
    <xsd:import namespace="6f76cbaf-3c9b-4f7a-a7a8-11a793cc8bf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512ecd-c58f-47bd-bc70-2ea42056cc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cf596f4d-43ef-40c5-b362-2ab0d77588c0"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f76cbaf-3c9b-4f7a-a7a8-11a793cc8bf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b5d134a-a068-4e91-ac6e-5a18e2b6a8d5}" ma:internalName="TaxCatchAll" ma:showField="CatchAllData" ma:web="6f76cbaf-3c9b-4f7a-a7a8-11a793cc8bf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5EFCD5-1E25-4A33-BC1D-D16A70975CAA}">
  <ds:schemaRefs>
    <ds:schemaRef ds:uri="60512ecd-c58f-47bd-bc70-2ea42056cc71"/>
    <ds:schemaRef ds:uri="6f76cbaf-3c9b-4f7a-a7a8-11a793cc8bf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B467409-4558-4DAB-B123-CC9B3C68DB0A}">
  <ds:schemaRefs>
    <ds:schemaRef ds:uri="60512ecd-c58f-47bd-bc70-2ea42056cc71"/>
    <ds:schemaRef ds:uri="6f76cbaf-3c9b-4f7a-a7a8-11a793cc8bf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4DD6520-D6D3-4C85-92BB-062C0D603AE0}">
  <ds:schemaRefs>
    <ds:schemaRef ds:uri="http://schemas.microsoft.com/sharepoint/v3/contenttype/forms"/>
  </ds:schemaRefs>
</ds:datastoreItem>
</file>

<file path=docMetadata/LabelInfo.xml><?xml version="1.0" encoding="utf-8"?>
<clbl:labelList xmlns:clbl="http://schemas.microsoft.com/office/2020/mipLabelMetadata">
  <clbl:label id="{0b8fd5af-8601-49a3-8618-50128ed2e1c0}" enabled="0" method="" siteId="{0b8fd5af-8601-49a3-8618-50128ed2e1c0}" removed="1"/>
</clbl:labelList>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13</Slides>
  <Notes>12</Notes>
  <HiddenSlides>1</HiddenSlide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BPC_Master_Design_dunkel</vt:lpstr>
      <vt:lpstr>BPC_Master_Design_hell</vt:lpstr>
      <vt:lpstr>PowerPoint Presentation</vt:lpstr>
      <vt:lpstr>Hackathon Supporter</vt:lpstr>
      <vt:lpstr>Hackathon Supporter</vt:lpstr>
      <vt:lpstr>BCT as part of ​Badische Stahlwerke​​</vt:lpstr>
      <vt:lpstr>PowerPoint Presentation</vt:lpstr>
      <vt:lpstr>BCT Technology AG</vt:lpstr>
      <vt:lpstr>Drawing2CAD AI-powered creation of 3D models from technical 2D drawings</vt:lpstr>
      <vt:lpstr>Description</vt:lpstr>
      <vt:lpstr>The Challenge</vt:lpstr>
      <vt:lpstr>Information Provided</vt:lpstr>
      <vt:lpstr>Milestones</vt:lpstr>
      <vt:lpstr>Extension for Fast Teams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Walter</dc:creator>
  <cp:revision>1</cp:revision>
  <cp:lastPrinted>2026-01-29T11:18:17Z</cp:lastPrinted>
  <dcterms:created xsi:type="dcterms:W3CDTF">2025-08-08T06:42:34Z</dcterms:created>
  <dcterms:modified xsi:type="dcterms:W3CDTF">2026-10-16T12:18:42Z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0x010100B52AB3CB19A1844F9F82096C8C0E3F62</vt:lpwstr>
  </property>
  <property fmtid="{D5CDD505-2E9C-101B-9397-08002B2CF9AE}" pid="3" name="MediaServiceImageTags">
    <vt:lpwstr/>
  </property>
</Properties>
</file>